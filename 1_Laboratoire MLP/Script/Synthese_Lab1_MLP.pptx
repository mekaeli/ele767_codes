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Synthèse du Lab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Réseau MLP pour la reconnaissance de la parole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général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Construire un réseau MLP</a:t>
            </a:r>
          </a:p>
          <a:p>
            <a:r>
              <a:t>Reconnaissance des 10 digits (0–9)</a:t>
            </a:r>
          </a:p>
          <a:p>
            <a:r>
              <a:t>Utilisation des paramètres MFCC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Préparation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Générer 3 bases (40, 50, 60 lignes)</a:t>
            </a:r>
          </a:p>
          <a:p>
            <a:r>
              <a:t>Taille d’entrée : N × 12 paramètres</a:t>
            </a:r>
          </a:p>
          <a:p>
            <a:r>
              <a:t>Méthodes de réduction : Es, Ed, interpolation, sélection uniforme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Conception du réseau MLP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Flexibilité des couches et neurones</a:t>
            </a:r>
          </a:p>
          <a:p>
            <a:r>
              <a:t>Fonctions d’activation : sigmoïde + autre</a:t>
            </a:r>
          </a:p>
          <a:p>
            <a:r>
              <a:t>Codage de sortie : one-hot (10) ou binaire (4)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Apprentissage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Algorithme : rétropropagation</a:t>
            </a:r>
          </a:p>
          <a:p>
            <a:r>
              <a:t>Arrêt : validation croisée + temps max</a:t>
            </a:r>
          </a:p>
          <a:p>
            <a:r>
              <a:t>Organisation : train, VC,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à produire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Courbes d’erreur (apprentissage, VC, généralisation)</a:t>
            </a:r>
          </a:p>
          <a:p>
            <a:r>
              <a:t>Sauvegardes : poids, config, activations cachées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Contraintes complémentaires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CC1 : deuxième fonction d’activation</a:t>
            </a:r>
          </a:p>
          <a:p>
            <a:r>
              <a:t>CC2 : momentum ou learning rate adaptatif</a:t>
            </a:r>
          </a:p>
          <a:p>
            <a:r>
              <a:t>CC3 : deuxième couche cachée</a:t>
            </a:r>
          </a:p>
          <a:p>
            <a:r>
              <a:t>CC4 : interface graphique</a:t>
            </a:r>
          </a:p>
          <a:p>
            <a:r>
              <a:t>CC5 : initialisation améliorée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Description du réseau</a:t>
            </a:r>
          </a:p>
          <a:p>
            <a:r>
              <a:t>Choix des hyperparamètres</a:t>
            </a:r>
          </a:p>
          <a:p>
            <a:r>
              <a:t>Contraintes complémentaires</a:t>
            </a:r>
          </a:p>
          <a:p>
            <a:r>
              <a:t>Analyse des performances</a:t>
            </a:r>
          </a:p>
          <a:p>
            <a:r>
              <a:t>Comparaison 40/50/60</a:t>
            </a:r>
          </a:p>
          <a:p>
            <a:r>
              <a:t>Recommandations et 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Structure du code</a:t>
            </a:r>
          </a:p>
          <a:p>
            <a:r>
              <a:t>Classe MLP</a:t>
            </a:r>
          </a:p>
          <a:p>
            <a:r>
              <a:t>Classe Dataset</a:t>
            </a:r>
          </a:p>
          <a:p>
            <a:r>
              <a:t>Rétropropagation</a:t>
            </a:r>
          </a:p>
          <a:p>
            <a:r>
              <a:t>Gestion des fichiers</a:t>
            </a:r>
          </a:p>
          <a:p>
            <a:r>
              <a:t>Boucle apprentissage + VC + 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Options pour avancer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Résumé court</a:t>
            </a:r>
          </a:p>
          <a:p>
            <a:r>
              <a:t>Plan de code</a:t>
            </a:r>
          </a:p>
          <a:p>
            <a:r>
              <a:t>Implémentation Python</a:t>
            </a:r>
          </a:p>
          <a:p>
            <a:r>
              <a:t>Génération des données</a:t>
            </a:r>
          </a:p>
          <a:p>
            <a:r>
              <a:t>Choix des contraintes</a:t>
            </a:r>
          </a:p>
          <a:p>
            <a:r>
              <a:t>Plan du rapport</a:t>
            </a:r>
          </a:p>
          <a:p>
            <a:r>
              <a:t>Explication MFCC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212</Words>
  <Application>Microsoft Office PowerPoint</Application>
  <PresentationFormat>Affichage à l'écran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Synthèse du Lab 1</vt:lpstr>
      <vt:lpstr>Objectif général</vt:lpstr>
      <vt:lpstr>Préparation des données</vt:lpstr>
      <vt:lpstr>Conception du réseau MLP</vt:lpstr>
      <vt:lpstr>Apprentissage</vt:lpstr>
      <vt:lpstr>Résultats à produire</vt:lpstr>
      <vt:lpstr>Contraintes complémentaires</vt:lpstr>
      <vt:lpstr>Rapport</vt:lpstr>
      <vt:lpstr>Étapes pratiques</vt:lpstr>
      <vt:lpstr>Options pour avancer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Amouzou, Komi Mekaeli</cp:lastModifiedBy>
  <cp:revision>1</cp:revision>
  <dcterms:created xsi:type="dcterms:W3CDTF">2013-01-27T09:14:16Z</dcterms:created>
  <dcterms:modified xsi:type="dcterms:W3CDTF">2026-01-29T11:37:50Z</dcterms:modified>
  <cp:category/>
</cp:coreProperties>
</file>