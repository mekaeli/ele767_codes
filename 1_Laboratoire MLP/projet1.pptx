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58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6CE3ED-AA27-400A-A742-2C84F99BCB89}" v="17" dt="2026-01-30T11:11:53.3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ouzou, Komi Mekaeli" userId="020e202c-3c4c-4e52-9bfa-205f5f67fc05" providerId="ADAL" clId="{DFF75377-3DF0-4A60-90BA-EBCBE8F9083E}"/>
    <pc:docChg chg="undo custSel addSld delSld modSld sldOrd">
      <pc:chgData name="Amouzou, Komi Mekaeli" userId="020e202c-3c4c-4e52-9bfa-205f5f67fc05" providerId="ADAL" clId="{DFF75377-3DF0-4A60-90BA-EBCBE8F9083E}" dt="2026-01-30T15:39:58.367" v="5369" actId="20577"/>
      <pc:docMkLst>
        <pc:docMk/>
      </pc:docMkLst>
      <pc:sldChg chg="addSp delSp modSp new mod">
        <pc:chgData name="Amouzou, Komi Mekaeli" userId="020e202c-3c4c-4e52-9bfa-205f5f67fc05" providerId="ADAL" clId="{DFF75377-3DF0-4A60-90BA-EBCBE8F9083E}" dt="2026-01-29T03:23:41.507" v="3414" actId="21"/>
        <pc:sldMkLst>
          <pc:docMk/>
          <pc:sldMk cId="3394512739" sldId="256"/>
        </pc:sldMkLst>
        <pc:spChg chg="add mod">
          <ac:chgData name="Amouzou, Komi Mekaeli" userId="020e202c-3c4c-4e52-9bfa-205f5f67fc05" providerId="ADAL" clId="{DFF75377-3DF0-4A60-90BA-EBCBE8F9083E}" dt="2026-01-27T19:56:10.860" v="1136" actId="165"/>
          <ac:spMkLst>
            <pc:docMk/>
            <pc:sldMk cId="3394512739" sldId="256"/>
            <ac:spMk id="5" creationId="{16877229-5236-F94D-6802-68A3ED4163D6}"/>
          </ac:spMkLst>
        </pc:spChg>
        <pc:spChg chg="add mod">
          <ac:chgData name="Amouzou, Komi Mekaeli" userId="020e202c-3c4c-4e52-9bfa-205f5f67fc05" providerId="ADAL" clId="{DFF75377-3DF0-4A60-90BA-EBCBE8F9083E}" dt="2026-01-27T19:56:10.860" v="1136" actId="165"/>
          <ac:spMkLst>
            <pc:docMk/>
            <pc:sldMk cId="3394512739" sldId="256"/>
            <ac:spMk id="6" creationId="{E2A2A6E0-4BA6-BE98-4F99-82B30099556F}"/>
          </ac:spMkLst>
        </pc:spChg>
        <pc:spChg chg="add mod">
          <ac:chgData name="Amouzou, Komi Mekaeli" userId="020e202c-3c4c-4e52-9bfa-205f5f67fc05" providerId="ADAL" clId="{DFF75377-3DF0-4A60-90BA-EBCBE8F9083E}" dt="2026-01-27T19:56:10.860" v="1136" actId="165"/>
          <ac:spMkLst>
            <pc:docMk/>
            <pc:sldMk cId="3394512739" sldId="256"/>
            <ac:spMk id="8" creationId="{A2176E64-01CE-79E0-AAA0-54F51E09D9EA}"/>
          </ac:spMkLst>
        </pc:spChg>
        <pc:spChg chg="add mod topLvl">
          <ac:chgData name="Amouzou, Komi Mekaeli" userId="020e202c-3c4c-4e52-9bfa-205f5f67fc05" providerId="ADAL" clId="{DFF75377-3DF0-4A60-90BA-EBCBE8F9083E}" dt="2026-01-27T19:56:10.860" v="1136" actId="165"/>
          <ac:spMkLst>
            <pc:docMk/>
            <pc:sldMk cId="3394512739" sldId="256"/>
            <ac:spMk id="10" creationId="{72AAE61F-AFAC-6166-ACD7-1CE11054C7C3}"/>
          </ac:spMkLst>
        </pc:spChg>
        <pc:spChg chg="add mod">
          <ac:chgData name="Amouzou, Komi Mekaeli" userId="020e202c-3c4c-4e52-9bfa-205f5f67fc05" providerId="ADAL" clId="{DFF75377-3DF0-4A60-90BA-EBCBE8F9083E}" dt="2026-01-27T19:56:10.860" v="1136" actId="165"/>
          <ac:spMkLst>
            <pc:docMk/>
            <pc:sldMk cId="3394512739" sldId="256"/>
            <ac:spMk id="11" creationId="{2014B99A-9F44-EFB3-98AC-9E24FF4C6DA6}"/>
          </ac:spMkLst>
        </pc:spChg>
        <pc:spChg chg="mod">
          <ac:chgData name="Amouzou, Komi Mekaeli" userId="020e202c-3c4c-4e52-9bfa-205f5f67fc05" providerId="ADAL" clId="{DFF75377-3DF0-4A60-90BA-EBCBE8F9083E}" dt="2026-01-27T19:56:10.860" v="1136" actId="165"/>
          <ac:spMkLst>
            <pc:docMk/>
            <pc:sldMk cId="3394512739" sldId="256"/>
            <ac:spMk id="16" creationId="{E7F90F43-144A-3C53-5085-90EC7BA6FA5A}"/>
          </ac:spMkLst>
        </pc:spChg>
        <pc:spChg chg="mod">
          <ac:chgData name="Amouzou, Komi Mekaeli" userId="020e202c-3c4c-4e52-9bfa-205f5f67fc05" providerId="ADAL" clId="{DFF75377-3DF0-4A60-90BA-EBCBE8F9083E}" dt="2026-01-27T19:56:10.860" v="1136" actId="165"/>
          <ac:spMkLst>
            <pc:docMk/>
            <pc:sldMk cId="3394512739" sldId="256"/>
            <ac:spMk id="17" creationId="{280760A5-FBE4-7D91-B57D-552567BE5E1F}"/>
          </ac:spMkLst>
        </pc:spChg>
        <pc:spChg chg="add mod topLvl">
          <ac:chgData name="Amouzou, Komi Mekaeli" userId="020e202c-3c4c-4e52-9bfa-205f5f67fc05" providerId="ADAL" clId="{DFF75377-3DF0-4A60-90BA-EBCBE8F9083E}" dt="2026-01-27T19:56:10.860" v="1136" actId="165"/>
          <ac:spMkLst>
            <pc:docMk/>
            <pc:sldMk cId="3394512739" sldId="256"/>
            <ac:spMk id="19" creationId="{784F2616-BD9C-4C52-BF29-F4775A18B2D6}"/>
          </ac:spMkLst>
        </pc:spChg>
        <pc:spChg chg="add mod topLvl">
          <ac:chgData name="Amouzou, Komi Mekaeli" userId="020e202c-3c4c-4e52-9bfa-205f5f67fc05" providerId="ADAL" clId="{DFF75377-3DF0-4A60-90BA-EBCBE8F9083E}" dt="2026-01-27T19:56:10.860" v="1136" actId="165"/>
          <ac:spMkLst>
            <pc:docMk/>
            <pc:sldMk cId="3394512739" sldId="256"/>
            <ac:spMk id="20" creationId="{B6351EAE-B560-D2A0-CDD7-2D2C5BD6191E}"/>
          </ac:spMkLst>
        </pc:spChg>
        <pc:spChg chg="add mod topLvl">
          <ac:chgData name="Amouzou, Komi Mekaeli" userId="020e202c-3c4c-4e52-9bfa-205f5f67fc05" providerId="ADAL" clId="{DFF75377-3DF0-4A60-90BA-EBCBE8F9083E}" dt="2026-01-28T08:01:45.112" v="2308" actId="14100"/>
          <ac:spMkLst>
            <pc:docMk/>
            <pc:sldMk cId="3394512739" sldId="256"/>
            <ac:spMk id="25" creationId="{E89E6BDA-6F93-E134-8827-A459DF5598FC}"/>
          </ac:spMkLst>
        </pc:spChg>
        <pc:spChg chg="add mod topLvl">
          <ac:chgData name="Amouzou, Komi Mekaeli" userId="020e202c-3c4c-4e52-9bfa-205f5f67fc05" providerId="ADAL" clId="{DFF75377-3DF0-4A60-90BA-EBCBE8F9083E}" dt="2026-01-28T07:59:09.311" v="2291" actId="165"/>
          <ac:spMkLst>
            <pc:docMk/>
            <pc:sldMk cId="3394512739" sldId="256"/>
            <ac:spMk id="49" creationId="{FDF8C7A9-244F-86A8-1664-143C38DD84F3}"/>
          </ac:spMkLst>
        </pc:spChg>
        <pc:spChg chg="add mod topLvl">
          <ac:chgData name="Amouzou, Komi Mekaeli" userId="020e202c-3c4c-4e52-9bfa-205f5f67fc05" providerId="ADAL" clId="{DFF75377-3DF0-4A60-90BA-EBCBE8F9083E}" dt="2026-01-28T07:59:09.311" v="2291" actId="165"/>
          <ac:spMkLst>
            <pc:docMk/>
            <pc:sldMk cId="3394512739" sldId="256"/>
            <ac:spMk id="50" creationId="{7F0E39E6-076D-48C1-09F5-83BE7A2DC8AD}"/>
          </ac:spMkLst>
        </pc:spChg>
        <pc:spChg chg="add mod topLvl">
          <ac:chgData name="Amouzou, Komi Mekaeli" userId="020e202c-3c4c-4e52-9bfa-205f5f67fc05" providerId="ADAL" clId="{DFF75377-3DF0-4A60-90BA-EBCBE8F9083E}" dt="2026-01-28T07:59:09.311" v="2291" actId="165"/>
          <ac:spMkLst>
            <pc:docMk/>
            <pc:sldMk cId="3394512739" sldId="256"/>
            <ac:spMk id="51" creationId="{B564E128-F5B8-43E2-D462-D599D6B8680B}"/>
          </ac:spMkLst>
        </pc:spChg>
        <pc:spChg chg="mod">
          <ac:chgData name="Amouzou, Komi Mekaeli" userId="020e202c-3c4c-4e52-9bfa-205f5f67fc05" providerId="ADAL" clId="{DFF75377-3DF0-4A60-90BA-EBCBE8F9083E}" dt="2026-01-28T06:40:18.751" v="1843" actId="165"/>
          <ac:spMkLst>
            <pc:docMk/>
            <pc:sldMk cId="3394512739" sldId="256"/>
            <ac:spMk id="53" creationId="{5B8A8A8A-DF1F-723F-59B4-4DC7F1A5CF8C}"/>
          </ac:spMkLst>
        </pc:spChg>
        <pc:spChg chg="mod">
          <ac:chgData name="Amouzou, Komi Mekaeli" userId="020e202c-3c4c-4e52-9bfa-205f5f67fc05" providerId="ADAL" clId="{DFF75377-3DF0-4A60-90BA-EBCBE8F9083E}" dt="2026-01-28T07:59:09.311" v="2291" actId="165"/>
          <ac:spMkLst>
            <pc:docMk/>
            <pc:sldMk cId="3394512739" sldId="256"/>
            <ac:spMk id="54" creationId="{13AC40E7-AAD4-F6ED-E913-24A396D718B8}"/>
          </ac:spMkLst>
        </pc:spChg>
        <pc:spChg chg="mod">
          <ac:chgData name="Amouzou, Komi Mekaeli" userId="020e202c-3c4c-4e52-9bfa-205f5f67fc05" providerId="ADAL" clId="{DFF75377-3DF0-4A60-90BA-EBCBE8F9083E}" dt="2026-01-28T06:40:18.751" v="1843" actId="165"/>
          <ac:spMkLst>
            <pc:docMk/>
            <pc:sldMk cId="3394512739" sldId="256"/>
            <ac:spMk id="55" creationId="{926643E7-E78B-7464-541E-501DC9CA50D3}"/>
          </ac:spMkLst>
        </pc:spChg>
        <pc:spChg chg="mod">
          <ac:chgData name="Amouzou, Komi Mekaeli" userId="020e202c-3c4c-4e52-9bfa-205f5f67fc05" providerId="ADAL" clId="{DFF75377-3DF0-4A60-90BA-EBCBE8F9083E}" dt="2026-01-28T07:59:09.311" v="2291" actId="165"/>
          <ac:spMkLst>
            <pc:docMk/>
            <pc:sldMk cId="3394512739" sldId="256"/>
            <ac:spMk id="57" creationId="{9A75EFC2-AD82-C02C-BF73-A550D1A99714}"/>
          </ac:spMkLst>
        </pc:spChg>
        <pc:spChg chg="mod">
          <ac:chgData name="Amouzou, Komi Mekaeli" userId="020e202c-3c4c-4e52-9bfa-205f5f67fc05" providerId="ADAL" clId="{DFF75377-3DF0-4A60-90BA-EBCBE8F9083E}" dt="2026-01-28T06:40:18.751" v="1843" actId="165"/>
          <ac:spMkLst>
            <pc:docMk/>
            <pc:sldMk cId="3394512739" sldId="256"/>
            <ac:spMk id="64" creationId="{17AD5988-A323-5334-9C4D-230678E31977}"/>
          </ac:spMkLst>
        </pc:spChg>
        <pc:spChg chg="mod">
          <ac:chgData name="Amouzou, Komi Mekaeli" userId="020e202c-3c4c-4e52-9bfa-205f5f67fc05" providerId="ADAL" clId="{DFF75377-3DF0-4A60-90BA-EBCBE8F9083E}" dt="2026-01-28T06:40:18.751" v="1843" actId="165"/>
          <ac:spMkLst>
            <pc:docMk/>
            <pc:sldMk cId="3394512739" sldId="256"/>
            <ac:spMk id="65" creationId="{189B896B-33E4-D8BB-EE10-5CD2FA97E564}"/>
          </ac:spMkLst>
        </pc:spChg>
        <pc:spChg chg="mod">
          <ac:chgData name="Amouzou, Komi Mekaeli" userId="020e202c-3c4c-4e52-9bfa-205f5f67fc05" providerId="ADAL" clId="{DFF75377-3DF0-4A60-90BA-EBCBE8F9083E}" dt="2026-01-28T06:40:18.751" v="1843" actId="165"/>
          <ac:spMkLst>
            <pc:docMk/>
            <pc:sldMk cId="3394512739" sldId="256"/>
            <ac:spMk id="67" creationId="{735D05B9-0EDE-5064-3EC2-C45B91CA4318}"/>
          </ac:spMkLst>
        </pc:spChg>
        <pc:spChg chg="mod">
          <ac:chgData name="Amouzou, Komi Mekaeli" userId="020e202c-3c4c-4e52-9bfa-205f5f67fc05" providerId="ADAL" clId="{DFF75377-3DF0-4A60-90BA-EBCBE8F9083E}" dt="2026-01-28T06:40:18.751" v="1843" actId="165"/>
          <ac:spMkLst>
            <pc:docMk/>
            <pc:sldMk cId="3394512739" sldId="256"/>
            <ac:spMk id="68" creationId="{6E6E10FF-A90B-0AE9-AC9A-15C87CA1F9F1}"/>
          </ac:spMkLst>
        </pc:spChg>
        <pc:spChg chg="mod">
          <ac:chgData name="Amouzou, Komi Mekaeli" userId="020e202c-3c4c-4e52-9bfa-205f5f67fc05" providerId="ADAL" clId="{DFF75377-3DF0-4A60-90BA-EBCBE8F9083E}" dt="2026-01-28T07:59:09.311" v="2291" actId="165"/>
          <ac:spMkLst>
            <pc:docMk/>
            <pc:sldMk cId="3394512739" sldId="256"/>
            <ac:spMk id="69" creationId="{A19F8E67-40C4-817A-1830-7D4C5B3BB8B6}"/>
          </ac:spMkLst>
        </pc:spChg>
        <pc:spChg chg="mod topLvl">
          <ac:chgData name="Amouzou, Komi Mekaeli" userId="020e202c-3c4c-4e52-9bfa-205f5f67fc05" providerId="ADAL" clId="{DFF75377-3DF0-4A60-90BA-EBCBE8F9083E}" dt="2026-01-28T07:59:09.311" v="2291" actId="165"/>
          <ac:spMkLst>
            <pc:docMk/>
            <pc:sldMk cId="3394512739" sldId="256"/>
            <ac:spMk id="72" creationId="{8CF3741B-C898-B6D1-EB48-4AA6DD7B74A9}"/>
          </ac:spMkLst>
        </pc:spChg>
        <pc:spChg chg="mod topLvl">
          <ac:chgData name="Amouzou, Komi Mekaeli" userId="020e202c-3c4c-4e52-9bfa-205f5f67fc05" providerId="ADAL" clId="{DFF75377-3DF0-4A60-90BA-EBCBE8F9083E}" dt="2026-01-28T07:51:46.808" v="2208" actId="164"/>
          <ac:spMkLst>
            <pc:docMk/>
            <pc:sldMk cId="3394512739" sldId="256"/>
            <ac:spMk id="73" creationId="{A1106F6E-E500-CA46-9CE4-D8FB2266DAAA}"/>
          </ac:spMkLst>
        </pc:spChg>
        <pc:spChg chg="add del mod topLvl">
          <ac:chgData name="Amouzou, Komi Mekaeli" userId="020e202c-3c4c-4e52-9bfa-205f5f67fc05" providerId="ADAL" clId="{DFF75377-3DF0-4A60-90BA-EBCBE8F9083E}" dt="2026-01-28T08:03:00.193" v="2325" actId="20577"/>
          <ac:spMkLst>
            <pc:docMk/>
            <pc:sldMk cId="3394512739" sldId="256"/>
            <ac:spMk id="74" creationId="{2F56ADF0-D7A2-A8AA-6C5B-3A67115279CD}"/>
          </ac:spMkLst>
        </pc:spChg>
        <pc:spChg chg="add mod">
          <ac:chgData name="Amouzou, Komi Mekaeli" userId="020e202c-3c4c-4e52-9bfa-205f5f67fc05" providerId="ADAL" clId="{DFF75377-3DF0-4A60-90BA-EBCBE8F9083E}" dt="2026-01-28T08:02:16.395" v="2316" actId="14100"/>
          <ac:spMkLst>
            <pc:docMk/>
            <pc:sldMk cId="3394512739" sldId="256"/>
            <ac:spMk id="76" creationId="{19FCE998-4F9A-F997-A0B6-A13BDB0470BF}"/>
          </ac:spMkLst>
        </pc:spChg>
        <pc:spChg chg="add del mod topLvl">
          <ac:chgData name="Amouzou, Komi Mekaeli" userId="020e202c-3c4c-4e52-9bfa-205f5f67fc05" providerId="ADAL" clId="{DFF75377-3DF0-4A60-90BA-EBCBE8F9083E}" dt="2026-01-28T08:02:52.911" v="2321" actId="20577"/>
          <ac:spMkLst>
            <pc:docMk/>
            <pc:sldMk cId="3394512739" sldId="256"/>
            <ac:spMk id="92" creationId="{D11B8FBC-127B-4313-3332-DFE59116A98A}"/>
          </ac:spMkLst>
        </pc:spChg>
        <pc:spChg chg="mod">
          <ac:chgData name="Amouzou, Komi Mekaeli" userId="020e202c-3c4c-4e52-9bfa-205f5f67fc05" providerId="ADAL" clId="{DFF75377-3DF0-4A60-90BA-EBCBE8F9083E}" dt="2026-01-28T07:35:27.117" v="2056" actId="165"/>
          <ac:spMkLst>
            <pc:docMk/>
            <pc:sldMk cId="3394512739" sldId="256"/>
            <ac:spMk id="95" creationId="{D49947E5-33AA-8D3A-EF29-DFE068165B98}"/>
          </ac:spMkLst>
        </pc:spChg>
        <pc:spChg chg="mod">
          <ac:chgData name="Amouzou, Komi Mekaeli" userId="020e202c-3c4c-4e52-9bfa-205f5f67fc05" providerId="ADAL" clId="{DFF75377-3DF0-4A60-90BA-EBCBE8F9083E}" dt="2026-01-28T07:59:09.311" v="2291" actId="165"/>
          <ac:spMkLst>
            <pc:docMk/>
            <pc:sldMk cId="3394512739" sldId="256"/>
            <ac:spMk id="96" creationId="{B1AF8532-FADF-A5FC-802E-9B0EF1F49B29}"/>
          </ac:spMkLst>
        </pc:spChg>
        <pc:spChg chg="mod">
          <ac:chgData name="Amouzou, Komi Mekaeli" userId="020e202c-3c4c-4e52-9bfa-205f5f67fc05" providerId="ADAL" clId="{DFF75377-3DF0-4A60-90BA-EBCBE8F9083E}" dt="2026-01-28T07:35:40.964" v="2066" actId="20577"/>
          <ac:spMkLst>
            <pc:docMk/>
            <pc:sldMk cId="3394512739" sldId="256"/>
            <ac:spMk id="97" creationId="{D1DDCC93-84C6-4860-67D3-8E9E2824025B}"/>
          </ac:spMkLst>
        </pc:spChg>
        <pc:spChg chg="add del mod">
          <ac:chgData name="Amouzou, Komi Mekaeli" userId="020e202c-3c4c-4e52-9bfa-205f5f67fc05" providerId="ADAL" clId="{DFF75377-3DF0-4A60-90BA-EBCBE8F9083E}" dt="2026-01-29T03:23:41.507" v="3414" actId="21"/>
          <ac:spMkLst>
            <pc:docMk/>
            <pc:sldMk cId="3394512739" sldId="256"/>
            <ac:spMk id="112" creationId="{7F342702-0CB6-9C9A-D992-CC8CD8AE0795}"/>
          </ac:spMkLst>
        </pc:spChg>
        <pc:spChg chg="add mod">
          <ac:chgData name="Amouzou, Komi Mekaeli" userId="020e202c-3c4c-4e52-9bfa-205f5f67fc05" providerId="ADAL" clId="{DFF75377-3DF0-4A60-90BA-EBCBE8F9083E}" dt="2026-01-28T08:00:54.778" v="2305" actId="164"/>
          <ac:spMkLst>
            <pc:docMk/>
            <pc:sldMk cId="3394512739" sldId="256"/>
            <ac:spMk id="115" creationId="{CE290BBA-7E66-087C-6795-D776CBA6C621}"/>
          </ac:spMkLst>
        </pc:spChg>
        <pc:spChg chg="add mod">
          <ac:chgData name="Amouzou, Komi Mekaeli" userId="020e202c-3c4c-4e52-9bfa-205f5f67fc05" providerId="ADAL" clId="{DFF75377-3DF0-4A60-90BA-EBCBE8F9083E}" dt="2026-01-28T08:00:54.778" v="2305" actId="164"/>
          <ac:spMkLst>
            <pc:docMk/>
            <pc:sldMk cId="3394512739" sldId="256"/>
            <ac:spMk id="116" creationId="{AD48D3C7-46AA-59F5-02FA-22D62AA108BD}"/>
          </ac:spMkLst>
        </pc:spChg>
        <pc:spChg chg="add mod topLvl">
          <ac:chgData name="Amouzou, Komi Mekaeli" userId="020e202c-3c4c-4e52-9bfa-205f5f67fc05" providerId="ADAL" clId="{DFF75377-3DF0-4A60-90BA-EBCBE8F9083E}" dt="2026-01-28T07:51:59.418" v="2210" actId="164"/>
          <ac:spMkLst>
            <pc:docMk/>
            <pc:sldMk cId="3394512739" sldId="256"/>
            <ac:spMk id="118" creationId="{79B0FAF1-40FD-9210-C949-D6F6CD610810}"/>
          </ac:spMkLst>
        </pc:spChg>
        <pc:spChg chg="mod topLvl">
          <ac:chgData name="Amouzou, Komi Mekaeli" userId="020e202c-3c4c-4e52-9bfa-205f5f67fc05" providerId="ADAL" clId="{DFF75377-3DF0-4A60-90BA-EBCBE8F9083E}" dt="2026-01-28T07:59:09.311" v="2291" actId="165"/>
          <ac:spMkLst>
            <pc:docMk/>
            <pc:sldMk cId="3394512739" sldId="256"/>
            <ac:spMk id="121" creationId="{422B61D5-06A2-5BBC-F5C5-B6D0B6BAB0BB}"/>
          </ac:spMkLst>
        </pc:spChg>
        <pc:spChg chg="mod topLvl">
          <ac:chgData name="Amouzou, Komi Mekaeli" userId="020e202c-3c4c-4e52-9bfa-205f5f67fc05" providerId="ADAL" clId="{DFF75377-3DF0-4A60-90BA-EBCBE8F9083E}" dt="2026-01-28T07:51:46.808" v="2208" actId="164"/>
          <ac:spMkLst>
            <pc:docMk/>
            <pc:sldMk cId="3394512739" sldId="256"/>
            <ac:spMk id="122" creationId="{B314E81E-D98F-7E24-343C-1E27A818C81F}"/>
          </ac:spMkLst>
        </pc:spChg>
        <pc:spChg chg="mod topLvl">
          <ac:chgData name="Amouzou, Komi Mekaeli" userId="020e202c-3c4c-4e52-9bfa-205f5f67fc05" providerId="ADAL" clId="{DFF75377-3DF0-4A60-90BA-EBCBE8F9083E}" dt="2026-01-28T07:51:59.418" v="2210" actId="164"/>
          <ac:spMkLst>
            <pc:docMk/>
            <pc:sldMk cId="3394512739" sldId="256"/>
            <ac:spMk id="123" creationId="{2C5F0071-B974-C91C-24E1-FA837E210CBC}"/>
          </ac:spMkLst>
        </pc:spChg>
        <pc:spChg chg="mod topLvl">
          <ac:chgData name="Amouzou, Komi Mekaeli" userId="020e202c-3c4c-4e52-9bfa-205f5f67fc05" providerId="ADAL" clId="{DFF75377-3DF0-4A60-90BA-EBCBE8F9083E}" dt="2026-01-28T07:59:09.311" v="2291" actId="165"/>
          <ac:spMkLst>
            <pc:docMk/>
            <pc:sldMk cId="3394512739" sldId="256"/>
            <ac:spMk id="125" creationId="{B32585A4-52CD-9A8F-B3A5-EA2D203DF73D}"/>
          </ac:spMkLst>
        </pc:spChg>
        <pc:spChg chg="mod topLvl">
          <ac:chgData name="Amouzou, Komi Mekaeli" userId="020e202c-3c4c-4e52-9bfa-205f5f67fc05" providerId="ADAL" clId="{DFF75377-3DF0-4A60-90BA-EBCBE8F9083E}" dt="2026-01-28T07:51:59.418" v="2210" actId="164"/>
          <ac:spMkLst>
            <pc:docMk/>
            <pc:sldMk cId="3394512739" sldId="256"/>
            <ac:spMk id="127" creationId="{43FA1D15-4D24-4049-33DA-B8D47CCC52E7}"/>
          </ac:spMkLst>
        </pc:spChg>
        <pc:spChg chg="add mod topLvl">
          <ac:chgData name="Amouzou, Komi Mekaeli" userId="020e202c-3c4c-4e52-9bfa-205f5f67fc05" providerId="ADAL" clId="{DFF75377-3DF0-4A60-90BA-EBCBE8F9083E}" dt="2026-01-28T07:51:59.418" v="2210" actId="164"/>
          <ac:spMkLst>
            <pc:docMk/>
            <pc:sldMk cId="3394512739" sldId="256"/>
            <ac:spMk id="128" creationId="{CC21A7FE-842B-D00A-DE66-773C13813BB8}"/>
          </ac:spMkLst>
        </pc:spChg>
        <pc:spChg chg="add del mod topLvl">
          <ac:chgData name="Amouzou, Komi Mekaeli" userId="020e202c-3c4c-4e52-9bfa-205f5f67fc05" providerId="ADAL" clId="{DFF75377-3DF0-4A60-90BA-EBCBE8F9083E}" dt="2026-01-28T07:51:18.466" v="2206" actId="164"/>
          <ac:spMkLst>
            <pc:docMk/>
            <pc:sldMk cId="3394512739" sldId="256"/>
            <ac:spMk id="129" creationId="{50206823-4105-CBE5-F054-292EE2316286}"/>
          </ac:spMkLst>
        </pc:spChg>
        <pc:spChg chg="add mod">
          <ac:chgData name="Amouzou, Komi Mekaeli" userId="020e202c-3c4c-4e52-9bfa-205f5f67fc05" providerId="ADAL" clId="{DFF75377-3DF0-4A60-90BA-EBCBE8F9083E}" dt="2026-01-28T07:59:55.382" v="2297" actId="164"/>
          <ac:spMkLst>
            <pc:docMk/>
            <pc:sldMk cId="3394512739" sldId="256"/>
            <ac:spMk id="140" creationId="{F9FA592D-DE48-18DF-4A06-D44C6417713F}"/>
          </ac:spMkLst>
        </pc:spChg>
        <pc:spChg chg="add mod">
          <ac:chgData name="Amouzou, Komi Mekaeli" userId="020e202c-3c4c-4e52-9bfa-205f5f67fc05" providerId="ADAL" clId="{DFF75377-3DF0-4A60-90BA-EBCBE8F9083E}" dt="2026-01-28T07:59:55.382" v="2297" actId="164"/>
          <ac:spMkLst>
            <pc:docMk/>
            <pc:sldMk cId="3394512739" sldId="256"/>
            <ac:spMk id="141" creationId="{C86D8052-7E99-BCCC-697D-1E7E30A45739}"/>
          </ac:spMkLst>
        </pc:spChg>
        <pc:spChg chg="add mod">
          <ac:chgData name="Amouzou, Komi Mekaeli" userId="020e202c-3c4c-4e52-9bfa-205f5f67fc05" providerId="ADAL" clId="{DFF75377-3DF0-4A60-90BA-EBCBE8F9083E}" dt="2026-01-28T07:59:55.382" v="2297" actId="164"/>
          <ac:spMkLst>
            <pc:docMk/>
            <pc:sldMk cId="3394512739" sldId="256"/>
            <ac:spMk id="143" creationId="{16536140-CE90-34A5-F9E2-376B3E708337}"/>
          </ac:spMkLst>
        </pc:spChg>
        <pc:spChg chg="mod">
          <ac:chgData name="Amouzou, Komi Mekaeli" userId="020e202c-3c4c-4e52-9bfa-205f5f67fc05" providerId="ADAL" clId="{DFF75377-3DF0-4A60-90BA-EBCBE8F9083E}" dt="2026-01-28T07:59:55.382" v="2297" actId="164"/>
          <ac:spMkLst>
            <pc:docMk/>
            <pc:sldMk cId="3394512739" sldId="256"/>
            <ac:spMk id="147" creationId="{CFC4E5B5-982F-6105-0A68-74B7059E0771}"/>
          </ac:spMkLst>
        </pc:spChg>
        <pc:spChg chg="mod">
          <ac:chgData name="Amouzou, Komi Mekaeli" userId="020e202c-3c4c-4e52-9bfa-205f5f67fc05" providerId="ADAL" clId="{DFF75377-3DF0-4A60-90BA-EBCBE8F9083E}" dt="2026-01-28T07:59:55.382" v="2297" actId="164"/>
          <ac:spMkLst>
            <pc:docMk/>
            <pc:sldMk cId="3394512739" sldId="256"/>
            <ac:spMk id="148" creationId="{F4D8FBEA-FCC2-7479-2A57-E209A884C009}"/>
          </ac:spMkLst>
        </pc:spChg>
        <pc:spChg chg="mod">
          <ac:chgData name="Amouzou, Komi Mekaeli" userId="020e202c-3c4c-4e52-9bfa-205f5f67fc05" providerId="ADAL" clId="{DFF75377-3DF0-4A60-90BA-EBCBE8F9083E}" dt="2026-01-28T07:59:55.382" v="2297" actId="164"/>
          <ac:spMkLst>
            <pc:docMk/>
            <pc:sldMk cId="3394512739" sldId="256"/>
            <ac:spMk id="151" creationId="{8A6425F8-2E6D-DA31-B012-87B84C067AB3}"/>
          </ac:spMkLst>
        </pc:spChg>
        <pc:spChg chg="mod">
          <ac:chgData name="Amouzou, Komi Mekaeli" userId="020e202c-3c4c-4e52-9bfa-205f5f67fc05" providerId="ADAL" clId="{DFF75377-3DF0-4A60-90BA-EBCBE8F9083E}" dt="2026-01-28T07:59:55.382" v="2297" actId="164"/>
          <ac:spMkLst>
            <pc:docMk/>
            <pc:sldMk cId="3394512739" sldId="256"/>
            <ac:spMk id="152" creationId="{BEB5A879-BB0D-94A7-2296-DB4C613672B9}"/>
          </ac:spMkLst>
        </pc:spChg>
        <pc:spChg chg="mod topLvl">
          <ac:chgData name="Amouzou, Komi Mekaeli" userId="020e202c-3c4c-4e52-9bfa-205f5f67fc05" providerId="ADAL" clId="{DFF75377-3DF0-4A60-90BA-EBCBE8F9083E}" dt="2026-01-28T06:40:18.751" v="1843" actId="165"/>
          <ac:spMkLst>
            <pc:docMk/>
            <pc:sldMk cId="3394512739" sldId="256"/>
            <ac:spMk id="173" creationId="{6BD4B1D0-FF21-B732-EC30-99BB92219C40}"/>
          </ac:spMkLst>
        </pc:spChg>
        <pc:spChg chg="mod topLvl">
          <ac:chgData name="Amouzou, Komi Mekaeli" userId="020e202c-3c4c-4e52-9bfa-205f5f67fc05" providerId="ADAL" clId="{DFF75377-3DF0-4A60-90BA-EBCBE8F9083E}" dt="2026-01-28T06:40:18.751" v="1843" actId="165"/>
          <ac:spMkLst>
            <pc:docMk/>
            <pc:sldMk cId="3394512739" sldId="256"/>
            <ac:spMk id="175" creationId="{7580785B-8554-1DF2-5554-225F6D623C30}"/>
          </ac:spMkLst>
        </pc:spChg>
        <pc:spChg chg="mod">
          <ac:chgData name="Amouzou, Komi Mekaeli" userId="020e202c-3c4c-4e52-9bfa-205f5f67fc05" providerId="ADAL" clId="{DFF75377-3DF0-4A60-90BA-EBCBE8F9083E}" dt="2026-01-28T06:24:53.994" v="1599" actId="20577"/>
          <ac:spMkLst>
            <pc:docMk/>
            <pc:sldMk cId="3394512739" sldId="256"/>
            <ac:spMk id="176" creationId="{89CEA361-619B-5CE6-A0BA-8A6AB71EF5AF}"/>
          </ac:spMkLst>
        </pc:spChg>
        <pc:grpChg chg="add mod topLvl">
          <ac:chgData name="Amouzou, Komi Mekaeli" userId="020e202c-3c4c-4e52-9bfa-205f5f67fc05" providerId="ADAL" clId="{DFF75377-3DF0-4A60-90BA-EBCBE8F9083E}" dt="2026-01-27T19:56:09.410" v="1134" actId="165"/>
          <ac:grpSpMkLst>
            <pc:docMk/>
            <pc:sldMk cId="3394512739" sldId="256"/>
            <ac:grpSpMk id="9" creationId="{22A366A5-EA37-A374-BA27-6E627171440F}"/>
          </ac:grpSpMkLst>
        </pc:grpChg>
        <pc:grpChg chg="add del mod">
          <ac:chgData name="Amouzou, Komi Mekaeli" userId="020e202c-3c4c-4e52-9bfa-205f5f67fc05" providerId="ADAL" clId="{DFF75377-3DF0-4A60-90BA-EBCBE8F9083E}" dt="2026-01-27T19:56:09.410" v="1134" actId="165"/>
          <ac:grpSpMkLst>
            <pc:docMk/>
            <pc:sldMk cId="3394512739" sldId="256"/>
            <ac:grpSpMk id="12" creationId="{5D092BC9-7CE6-5812-DCEF-FCD3D8FF23A9}"/>
          </ac:grpSpMkLst>
        </pc:grpChg>
        <pc:grpChg chg="add mod">
          <ac:chgData name="Amouzou, Komi Mekaeli" userId="020e202c-3c4c-4e52-9bfa-205f5f67fc05" providerId="ADAL" clId="{DFF75377-3DF0-4A60-90BA-EBCBE8F9083E}" dt="2026-01-27T19:56:10.202" v="1135" actId="1076"/>
          <ac:grpSpMkLst>
            <pc:docMk/>
            <pc:sldMk cId="3394512739" sldId="256"/>
            <ac:grpSpMk id="14" creationId="{4605A3E4-D4D4-9025-1A28-2C21EFA273B2}"/>
          </ac:grpSpMkLst>
        </pc:grpChg>
        <pc:grpChg chg="add mod topLvl">
          <ac:chgData name="Amouzou, Komi Mekaeli" userId="020e202c-3c4c-4e52-9bfa-205f5f67fc05" providerId="ADAL" clId="{DFF75377-3DF0-4A60-90BA-EBCBE8F9083E}" dt="2026-01-27T19:56:10.202" v="1135" actId="1076"/>
          <ac:grpSpMkLst>
            <pc:docMk/>
            <pc:sldMk cId="3394512739" sldId="256"/>
            <ac:grpSpMk id="15" creationId="{D89CB42D-777C-0E27-5305-B4A4C779DA5E}"/>
          </ac:grpSpMkLst>
        </pc:grpChg>
        <pc:grpChg chg="add mod">
          <ac:chgData name="Amouzou, Komi Mekaeli" userId="020e202c-3c4c-4e52-9bfa-205f5f67fc05" providerId="ADAL" clId="{DFF75377-3DF0-4A60-90BA-EBCBE8F9083E}" dt="2026-01-28T07:39:22.548" v="2074" actId="164"/>
          <ac:grpSpMkLst>
            <pc:docMk/>
            <pc:sldMk cId="3394512739" sldId="256"/>
            <ac:grpSpMk id="47" creationId="{723A62E1-993A-FC2A-3D28-C661323B1E86}"/>
          </ac:grpSpMkLst>
        </pc:grpChg>
        <pc:grpChg chg="add mod">
          <ac:chgData name="Amouzou, Komi Mekaeli" userId="020e202c-3c4c-4e52-9bfa-205f5f67fc05" providerId="ADAL" clId="{DFF75377-3DF0-4A60-90BA-EBCBE8F9083E}" dt="2026-01-28T07:39:22.548" v="2074" actId="164"/>
          <ac:grpSpMkLst>
            <pc:docMk/>
            <pc:sldMk cId="3394512739" sldId="256"/>
            <ac:grpSpMk id="48" creationId="{7FD598BC-11E5-F8B5-8049-49B6033C1416}"/>
          </ac:grpSpMkLst>
        </pc:grpChg>
        <pc:grpChg chg="add mod">
          <ac:chgData name="Amouzou, Komi Mekaeli" userId="020e202c-3c4c-4e52-9bfa-205f5f67fc05" providerId="ADAL" clId="{DFF75377-3DF0-4A60-90BA-EBCBE8F9083E}" dt="2026-01-28T07:39:22.548" v="2074" actId="164"/>
          <ac:grpSpMkLst>
            <pc:docMk/>
            <pc:sldMk cId="3394512739" sldId="256"/>
            <ac:grpSpMk id="56" creationId="{957D8CA7-3B0F-6DB3-964C-05657F27535E}"/>
          </ac:grpSpMkLst>
        </pc:grpChg>
        <pc:grpChg chg="add mod">
          <ac:chgData name="Amouzou, Komi Mekaeli" userId="020e202c-3c4c-4e52-9bfa-205f5f67fc05" providerId="ADAL" clId="{DFF75377-3DF0-4A60-90BA-EBCBE8F9083E}" dt="2026-01-28T07:39:22.548" v="2074" actId="164"/>
          <ac:grpSpMkLst>
            <pc:docMk/>
            <pc:sldMk cId="3394512739" sldId="256"/>
            <ac:grpSpMk id="66" creationId="{9E3B2441-3F1C-A1D4-B4FE-76B845475936}"/>
          </ac:grpSpMkLst>
        </pc:grpChg>
        <pc:grpChg chg="add mod">
          <ac:chgData name="Amouzou, Komi Mekaeli" userId="020e202c-3c4c-4e52-9bfa-205f5f67fc05" providerId="ADAL" clId="{DFF75377-3DF0-4A60-90BA-EBCBE8F9083E}" dt="2026-01-28T07:39:22.548" v="2074" actId="164"/>
          <ac:grpSpMkLst>
            <pc:docMk/>
            <pc:sldMk cId="3394512739" sldId="256"/>
            <ac:grpSpMk id="94" creationId="{A438179D-9543-4380-2886-CD3B61885E42}"/>
          </ac:grpSpMkLst>
        </pc:grpChg>
        <pc:grpChg chg="add mod">
          <ac:chgData name="Amouzou, Komi Mekaeli" userId="020e202c-3c4c-4e52-9bfa-205f5f67fc05" providerId="ADAL" clId="{DFF75377-3DF0-4A60-90BA-EBCBE8F9083E}" dt="2026-01-28T08:01:15.018" v="2306" actId="12788"/>
          <ac:grpSpMkLst>
            <pc:docMk/>
            <pc:sldMk cId="3394512739" sldId="256"/>
            <ac:grpSpMk id="110" creationId="{279B2805-3329-8558-F260-4BA7A51E4ED1}"/>
          </ac:grpSpMkLst>
        </pc:grpChg>
        <pc:grpChg chg="add mod">
          <ac:chgData name="Amouzou, Komi Mekaeli" userId="020e202c-3c4c-4e52-9bfa-205f5f67fc05" providerId="ADAL" clId="{DFF75377-3DF0-4A60-90BA-EBCBE8F9083E}" dt="2026-01-28T07:59:12.803" v="2292" actId="164"/>
          <ac:grpSpMkLst>
            <pc:docMk/>
            <pc:sldMk cId="3394512739" sldId="256"/>
            <ac:grpSpMk id="117" creationId="{8DEB6BA7-BED0-B8AD-77D9-9CE23821236F}"/>
          </ac:grpSpMkLst>
        </pc:grpChg>
        <pc:grpChg chg="add mod">
          <ac:chgData name="Amouzou, Komi Mekaeli" userId="020e202c-3c4c-4e52-9bfa-205f5f67fc05" providerId="ADAL" clId="{DFF75377-3DF0-4A60-90BA-EBCBE8F9083E}" dt="2026-01-28T07:59:12.803" v="2292" actId="164"/>
          <ac:grpSpMkLst>
            <pc:docMk/>
            <pc:sldMk cId="3394512739" sldId="256"/>
            <ac:grpSpMk id="131" creationId="{C7AE667E-19AD-84E8-1DBC-C6953DA4C35A}"/>
          </ac:grpSpMkLst>
        </pc:grpChg>
        <pc:grpChg chg="add mod">
          <ac:chgData name="Amouzou, Komi Mekaeli" userId="020e202c-3c4c-4e52-9bfa-205f5f67fc05" providerId="ADAL" clId="{DFF75377-3DF0-4A60-90BA-EBCBE8F9083E}" dt="2026-01-28T07:59:12.803" v="2292" actId="164"/>
          <ac:grpSpMkLst>
            <pc:docMk/>
            <pc:sldMk cId="3394512739" sldId="256"/>
            <ac:grpSpMk id="132" creationId="{D467FCE0-C2FF-E424-AA34-AC472194F875}"/>
          </ac:grpSpMkLst>
        </pc:grpChg>
        <pc:grpChg chg="add mod">
          <ac:chgData name="Amouzou, Komi Mekaeli" userId="020e202c-3c4c-4e52-9bfa-205f5f67fc05" providerId="ADAL" clId="{DFF75377-3DF0-4A60-90BA-EBCBE8F9083E}" dt="2026-01-28T07:59:12.803" v="2292" actId="164"/>
          <ac:grpSpMkLst>
            <pc:docMk/>
            <pc:sldMk cId="3394512739" sldId="256"/>
            <ac:grpSpMk id="133" creationId="{610C1B73-EB22-4F20-AA96-A7B9885DF12B}"/>
          </ac:grpSpMkLst>
        </pc:grpChg>
        <pc:grpChg chg="add mod">
          <ac:chgData name="Amouzou, Komi Mekaeli" userId="020e202c-3c4c-4e52-9bfa-205f5f67fc05" providerId="ADAL" clId="{DFF75377-3DF0-4A60-90BA-EBCBE8F9083E}" dt="2026-01-28T07:59:12.803" v="2292" actId="164"/>
          <ac:grpSpMkLst>
            <pc:docMk/>
            <pc:sldMk cId="3394512739" sldId="256"/>
            <ac:grpSpMk id="134" creationId="{DEFAFE9D-03B4-63E6-3304-311871245ABC}"/>
          </ac:grpSpMkLst>
        </pc:grpChg>
        <pc:grpChg chg="add mod">
          <ac:chgData name="Amouzou, Komi Mekaeli" userId="020e202c-3c4c-4e52-9bfa-205f5f67fc05" providerId="ADAL" clId="{DFF75377-3DF0-4A60-90BA-EBCBE8F9083E}" dt="2026-01-28T08:01:57.176" v="2314" actId="1036"/>
          <ac:grpSpMkLst>
            <pc:docMk/>
            <pc:sldMk cId="3394512739" sldId="256"/>
            <ac:grpSpMk id="136" creationId="{40153189-D6AD-B623-BFA1-E66283148741}"/>
          </ac:grpSpMkLst>
        </pc:grpChg>
        <pc:grpChg chg="add mod">
          <ac:chgData name="Amouzou, Komi Mekaeli" userId="020e202c-3c4c-4e52-9bfa-205f5f67fc05" providerId="ADAL" clId="{DFF75377-3DF0-4A60-90BA-EBCBE8F9083E}" dt="2026-01-28T08:01:15.018" v="2306" actId="12788"/>
          <ac:grpSpMkLst>
            <pc:docMk/>
            <pc:sldMk cId="3394512739" sldId="256"/>
            <ac:grpSpMk id="138" creationId="{E85D5414-F0FF-8F41-E8EC-C227184B0AC9}"/>
          </ac:grpSpMkLst>
        </pc:grpChg>
        <pc:grpChg chg="add mod">
          <ac:chgData name="Amouzou, Komi Mekaeli" userId="020e202c-3c4c-4e52-9bfa-205f5f67fc05" providerId="ADAL" clId="{DFF75377-3DF0-4A60-90BA-EBCBE8F9083E}" dt="2026-01-28T08:01:15.018" v="2306" actId="12788"/>
          <ac:grpSpMkLst>
            <pc:docMk/>
            <pc:sldMk cId="3394512739" sldId="256"/>
            <ac:grpSpMk id="139" creationId="{1B50ECD7-87CE-C149-3567-F64A45A9D5AD}"/>
          </ac:grpSpMkLst>
        </pc:grpChg>
        <pc:grpChg chg="add mod">
          <ac:chgData name="Amouzou, Komi Mekaeli" userId="020e202c-3c4c-4e52-9bfa-205f5f67fc05" providerId="ADAL" clId="{DFF75377-3DF0-4A60-90BA-EBCBE8F9083E}" dt="2026-01-25T19:02:10.482" v="865" actId="165"/>
          <ac:grpSpMkLst>
            <pc:docMk/>
            <pc:sldMk cId="3394512739" sldId="256"/>
            <ac:grpSpMk id="142" creationId="{EEFB9B9F-DD18-702E-52B6-443C7D43BCF8}"/>
          </ac:grpSpMkLst>
        </pc:grpChg>
        <pc:grpChg chg="add mod topLvl">
          <ac:chgData name="Amouzou, Komi Mekaeli" userId="020e202c-3c4c-4e52-9bfa-205f5f67fc05" providerId="ADAL" clId="{DFF75377-3DF0-4A60-90BA-EBCBE8F9083E}" dt="2026-01-28T07:59:58.624" v="2298" actId="338"/>
          <ac:grpSpMkLst>
            <pc:docMk/>
            <pc:sldMk cId="3394512739" sldId="256"/>
            <ac:grpSpMk id="144" creationId="{68C72DBE-2E7C-91D7-BB5B-960457F723DA}"/>
          </ac:grpSpMkLst>
        </pc:grpChg>
        <pc:grpChg chg="add mod topLvl">
          <ac:chgData name="Amouzou, Komi Mekaeli" userId="020e202c-3c4c-4e52-9bfa-205f5f67fc05" providerId="ADAL" clId="{DFF75377-3DF0-4A60-90BA-EBCBE8F9083E}" dt="2026-01-28T07:59:58.624" v="2298" actId="338"/>
          <ac:grpSpMkLst>
            <pc:docMk/>
            <pc:sldMk cId="3394512739" sldId="256"/>
            <ac:grpSpMk id="145" creationId="{A18DFED0-3271-1805-F27F-2756C2C9AD37}"/>
          </ac:grpSpMkLst>
        </pc:grpChg>
        <pc:grpChg chg="add mod topLvl">
          <ac:chgData name="Amouzou, Komi Mekaeli" userId="020e202c-3c4c-4e52-9bfa-205f5f67fc05" providerId="ADAL" clId="{DFF75377-3DF0-4A60-90BA-EBCBE8F9083E}" dt="2026-01-28T07:59:58.624" v="2298" actId="338"/>
          <ac:grpSpMkLst>
            <pc:docMk/>
            <pc:sldMk cId="3394512739" sldId="256"/>
            <ac:grpSpMk id="150" creationId="{23EEF752-436F-A9E4-3CAC-643966C02F4E}"/>
          </ac:grpSpMkLst>
        </pc:grpChg>
      </pc:sldChg>
      <pc:sldChg chg="addSp delSp modSp new del mod ord">
        <pc:chgData name="Amouzou, Komi Mekaeli" userId="020e202c-3c4c-4e52-9bfa-205f5f67fc05" providerId="ADAL" clId="{DFF75377-3DF0-4A60-90BA-EBCBE8F9083E}" dt="2026-01-30T09:44:41.669" v="5067" actId="47"/>
        <pc:sldMkLst>
          <pc:docMk/>
          <pc:sldMk cId="3433642152" sldId="257"/>
        </pc:sldMkLst>
        <pc:spChg chg="add mod topLvl">
          <ac:chgData name="Amouzou, Komi Mekaeli" userId="020e202c-3c4c-4e52-9bfa-205f5f67fc05" providerId="ADAL" clId="{DFF75377-3DF0-4A60-90BA-EBCBE8F9083E}" dt="2026-01-29T03:45:22.326" v="3668" actId="14100"/>
          <ac:spMkLst>
            <pc:docMk/>
            <pc:sldMk cId="3433642152" sldId="257"/>
            <ac:spMk id="2" creationId="{0A116B3B-7A2C-01BC-43EB-37331D56DBD3}"/>
          </ac:spMkLst>
        </pc:spChg>
        <pc:spChg chg="add mod topLvl">
          <ac:chgData name="Amouzou, Komi Mekaeli" userId="020e202c-3c4c-4e52-9bfa-205f5f67fc05" providerId="ADAL" clId="{DFF75377-3DF0-4A60-90BA-EBCBE8F9083E}" dt="2026-01-29T02:49:48.930" v="2659" actId="165"/>
          <ac:spMkLst>
            <pc:docMk/>
            <pc:sldMk cId="3433642152" sldId="257"/>
            <ac:spMk id="3" creationId="{E93377C0-8EED-593A-1658-3630FAF7944F}"/>
          </ac:spMkLst>
        </pc:spChg>
        <pc:spChg chg="add mod">
          <ac:chgData name="Amouzou, Komi Mekaeli" userId="020e202c-3c4c-4e52-9bfa-205f5f67fc05" providerId="ADAL" clId="{DFF75377-3DF0-4A60-90BA-EBCBE8F9083E}" dt="2026-01-29T03:49:09.119" v="3726" actId="1076"/>
          <ac:spMkLst>
            <pc:docMk/>
            <pc:sldMk cId="3433642152" sldId="257"/>
            <ac:spMk id="4" creationId="{B618F1F6-76EB-7C9E-F78A-56D4BAE4C15F}"/>
          </ac:spMkLst>
        </pc:spChg>
        <pc:spChg chg="add del mod">
          <ac:chgData name="Amouzou, Komi Mekaeli" userId="020e202c-3c4c-4e52-9bfa-205f5f67fc05" providerId="ADAL" clId="{DFF75377-3DF0-4A60-90BA-EBCBE8F9083E}" dt="2026-01-29T02:37:12.789" v="2395" actId="478"/>
          <ac:spMkLst>
            <pc:docMk/>
            <pc:sldMk cId="3433642152" sldId="257"/>
            <ac:spMk id="5" creationId="{21FCD1B7-453E-6083-9D7A-5D9EEF43E228}"/>
          </ac:spMkLst>
        </pc:spChg>
        <pc:spChg chg="add mod topLvl">
          <ac:chgData name="Amouzou, Komi Mekaeli" userId="020e202c-3c4c-4e52-9bfa-205f5f67fc05" providerId="ADAL" clId="{DFF75377-3DF0-4A60-90BA-EBCBE8F9083E}" dt="2026-01-29T02:49:48.930" v="2659" actId="165"/>
          <ac:spMkLst>
            <pc:docMk/>
            <pc:sldMk cId="3433642152" sldId="257"/>
            <ac:spMk id="6" creationId="{D13F53A9-E61B-ED6D-6298-BA06A577BB2D}"/>
          </ac:spMkLst>
        </pc:spChg>
        <pc:spChg chg="add mod topLvl">
          <ac:chgData name="Amouzou, Komi Mekaeli" userId="020e202c-3c4c-4e52-9bfa-205f5f67fc05" providerId="ADAL" clId="{DFF75377-3DF0-4A60-90BA-EBCBE8F9083E}" dt="2026-01-29T03:45:31.547" v="3689" actId="1038"/>
          <ac:spMkLst>
            <pc:docMk/>
            <pc:sldMk cId="3433642152" sldId="257"/>
            <ac:spMk id="9" creationId="{CF7035FF-7A59-A7C6-1982-BDD327756765}"/>
          </ac:spMkLst>
        </pc:spChg>
        <pc:spChg chg="add del mod">
          <ac:chgData name="Amouzou, Komi Mekaeli" userId="020e202c-3c4c-4e52-9bfa-205f5f67fc05" providerId="ADAL" clId="{DFF75377-3DF0-4A60-90BA-EBCBE8F9083E}" dt="2026-01-29T03:09:27.022" v="3160" actId="478"/>
          <ac:spMkLst>
            <pc:docMk/>
            <pc:sldMk cId="3433642152" sldId="257"/>
            <ac:spMk id="10" creationId="{51CDBC0B-F538-164B-C269-42E077E3E799}"/>
          </ac:spMkLst>
        </pc:spChg>
        <pc:spChg chg="add del mod">
          <ac:chgData name="Amouzou, Komi Mekaeli" userId="020e202c-3c4c-4e52-9bfa-205f5f67fc05" providerId="ADAL" clId="{DFF75377-3DF0-4A60-90BA-EBCBE8F9083E}" dt="2026-01-29T03:09:28.027" v="3161" actId="478"/>
          <ac:spMkLst>
            <pc:docMk/>
            <pc:sldMk cId="3433642152" sldId="257"/>
            <ac:spMk id="11" creationId="{DD36B586-0A95-E9C6-A9E8-FD0FA669A38E}"/>
          </ac:spMkLst>
        </pc:spChg>
        <pc:spChg chg="add mod">
          <ac:chgData name="Amouzou, Komi Mekaeli" userId="020e202c-3c4c-4e52-9bfa-205f5f67fc05" providerId="ADAL" clId="{DFF75377-3DF0-4A60-90BA-EBCBE8F9083E}" dt="2026-01-29T02:45:41.142" v="2568" actId="164"/>
          <ac:spMkLst>
            <pc:docMk/>
            <pc:sldMk cId="3433642152" sldId="257"/>
            <ac:spMk id="12" creationId="{F9B7C6D9-30E8-239B-5403-377E1BA573D5}"/>
          </ac:spMkLst>
        </pc:spChg>
        <pc:spChg chg="add mod">
          <ac:chgData name="Amouzou, Komi Mekaeli" userId="020e202c-3c4c-4e52-9bfa-205f5f67fc05" providerId="ADAL" clId="{DFF75377-3DF0-4A60-90BA-EBCBE8F9083E}" dt="2026-01-29T02:45:41.142" v="2568" actId="164"/>
          <ac:spMkLst>
            <pc:docMk/>
            <pc:sldMk cId="3433642152" sldId="257"/>
            <ac:spMk id="13" creationId="{F026EDF9-4EB3-220E-8DF4-5551A556449C}"/>
          </ac:spMkLst>
        </pc:spChg>
        <pc:spChg chg="add mod">
          <ac:chgData name="Amouzou, Komi Mekaeli" userId="020e202c-3c4c-4e52-9bfa-205f5f67fc05" providerId="ADAL" clId="{DFF75377-3DF0-4A60-90BA-EBCBE8F9083E}" dt="2026-01-29T03:13:07.522" v="3165" actId="13926"/>
          <ac:spMkLst>
            <pc:docMk/>
            <pc:sldMk cId="3433642152" sldId="257"/>
            <ac:spMk id="14" creationId="{8D2A7014-EC75-3ACD-3664-664E6F932F21}"/>
          </ac:spMkLst>
        </pc:spChg>
        <pc:spChg chg="add mod">
          <ac:chgData name="Amouzou, Komi Mekaeli" userId="020e202c-3c4c-4e52-9bfa-205f5f67fc05" providerId="ADAL" clId="{DFF75377-3DF0-4A60-90BA-EBCBE8F9083E}" dt="2026-01-29T03:11:38.495" v="3162" actId="13926"/>
          <ac:spMkLst>
            <pc:docMk/>
            <pc:sldMk cId="3433642152" sldId="257"/>
            <ac:spMk id="21" creationId="{1D502E00-5537-A741-5E92-F9556651A891}"/>
          </ac:spMkLst>
        </pc:spChg>
        <pc:spChg chg="mod">
          <ac:chgData name="Amouzou, Komi Mekaeli" userId="020e202c-3c4c-4e52-9bfa-205f5f67fc05" providerId="ADAL" clId="{DFF75377-3DF0-4A60-90BA-EBCBE8F9083E}" dt="2026-01-29T02:53:14.770" v="2750" actId="313"/>
          <ac:spMkLst>
            <pc:docMk/>
            <pc:sldMk cId="3433642152" sldId="257"/>
            <ac:spMk id="23" creationId="{637FCED1-55C6-6948-7AB3-3793BB8CE89B}"/>
          </ac:spMkLst>
        </pc:spChg>
        <pc:spChg chg="mod">
          <ac:chgData name="Amouzou, Komi Mekaeli" userId="020e202c-3c4c-4e52-9bfa-205f5f67fc05" providerId="ADAL" clId="{DFF75377-3DF0-4A60-90BA-EBCBE8F9083E}" dt="2026-01-29T02:51:13.583" v="2665"/>
          <ac:spMkLst>
            <pc:docMk/>
            <pc:sldMk cId="3433642152" sldId="257"/>
            <ac:spMk id="24" creationId="{8DF524D2-2781-877F-FF17-D75C120175D5}"/>
          </ac:spMkLst>
        </pc:spChg>
        <pc:spChg chg="add del mod">
          <ac:chgData name="Amouzou, Komi Mekaeli" userId="020e202c-3c4c-4e52-9bfa-205f5f67fc05" providerId="ADAL" clId="{DFF75377-3DF0-4A60-90BA-EBCBE8F9083E}" dt="2026-01-29T02:51:51.095" v="2680" actId="20577"/>
          <ac:spMkLst>
            <pc:docMk/>
            <pc:sldMk cId="3433642152" sldId="257"/>
            <ac:spMk id="25" creationId="{F0A8EAE0-91CF-6C91-E701-3FF312A242C6}"/>
          </ac:spMkLst>
        </pc:spChg>
        <pc:spChg chg="add mod">
          <ac:chgData name="Amouzou, Komi Mekaeli" userId="020e202c-3c4c-4e52-9bfa-205f5f67fc05" providerId="ADAL" clId="{DFF75377-3DF0-4A60-90BA-EBCBE8F9083E}" dt="2026-01-29T02:56:11.871" v="2817" actId="20577"/>
          <ac:spMkLst>
            <pc:docMk/>
            <pc:sldMk cId="3433642152" sldId="257"/>
            <ac:spMk id="27" creationId="{9096BD48-5C80-0B03-A85D-48E75B7348FC}"/>
          </ac:spMkLst>
        </pc:spChg>
        <pc:spChg chg="mod">
          <ac:chgData name="Amouzou, Komi Mekaeli" userId="020e202c-3c4c-4e52-9bfa-205f5f67fc05" providerId="ADAL" clId="{DFF75377-3DF0-4A60-90BA-EBCBE8F9083E}" dt="2026-01-29T02:59:08.696" v="2883" actId="20577"/>
          <ac:spMkLst>
            <pc:docMk/>
            <pc:sldMk cId="3433642152" sldId="257"/>
            <ac:spMk id="55" creationId="{C231CE5E-31E0-65A7-0307-D637050EAF51}"/>
          </ac:spMkLst>
        </pc:spChg>
        <pc:spChg chg="mod">
          <ac:chgData name="Amouzou, Komi Mekaeli" userId="020e202c-3c4c-4e52-9bfa-205f5f67fc05" providerId="ADAL" clId="{DFF75377-3DF0-4A60-90BA-EBCBE8F9083E}" dt="2026-01-29T02:56:54.576" v="2823" actId="571"/>
          <ac:spMkLst>
            <pc:docMk/>
            <pc:sldMk cId="3433642152" sldId="257"/>
            <ac:spMk id="56" creationId="{0BDD7426-4FE2-6682-4041-10ED68AE7FD8}"/>
          </ac:spMkLst>
        </pc:spChg>
        <pc:spChg chg="mod">
          <ac:chgData name="Amouzou, Komi Mekaeli" userId="020e202c-3c4c-4e52-9bfa-205f5f67fc05" providerId="ADAL" clId="{DFF75377-3DF0-4A60-90BA-EBCBE8F9083E}" dt="2026-01-29T07:11:59.481" v="3761" actId="20577"/>
          <ac:spMkLst>
            <pc:docMk/>
            <pc:sldMk cId="3433642152" sldId="257"/>
            <ac:spMk id="57" creationId="{99CFE76C-B35A-8288-CFEC-CFB69D3DA326}"/>
          </ac:spMkLst>
        </pc:spChg>
        <pc:spChg chg="mod">
          <ac:chgData name="Amouzou, Komi Mekaeli" userId="020e202c-3c4c-4e52-9bfa-205f5f67fc05" providerId="ADAL" clId="{DFF75377-3DF0-4A60-90BA-EBCBE8F9083E}" dt="2026-01-29T03:01:41.497" v="3007" actId="20577"/>
          <ac:spMkLst>
            <pc:docMk/>
            <pc:sldMk cId="3433642152" sldId="257"/>
            <ac:spMk id="60" creationId="{4E25876C-2284-A141-B49C-2C34C45FF029}"/>
          </ac:spMkLst>
        </pc:spChg>
        <pc:spChg chg="mod">
          <ac:chgData name="Amouzou, Komi Mekaeli" userId="020e202c-3c4c-4e52-9bfa-205f5f67fc05" providerId="ADAL" clId="{DFF75377-3DF0-4A60-90BA-EBCBE8F9083E}" dt="2026-01-29T02:59:46.020" v="2884"/>
          <ac:spMkLst>
            <pc:docMk/>
            <pc:sldMk cId="3433642152" sldId="257"/>
            <ac:spMk id="61" creationId="{69093570-0BF0-8BBA-6F10-20F0BCED57A3}"/>
          </ac:spMkLst>
        </pc:spChg>
        <pc:spChg chg="mod">
          <ac:chgData name="Amouzou, Komi Mekaeli" userId="020e202c-3c4c-4e52-9bfa-205f5f67fc05" providerId="ADAL" clId="{DFF75377-3DF0-4A60-90BA-EBCBE8F9083E}" dt="2026-01-29T07:10:19.065" v="3745" actId="20577"/>
          <ac:spMkLst>
            <pc:docMk/>
            <pc:sldMk cId="3433642152" sldId="257"/>
            <ac:spMk id="62" creationId="{A8EE367D-2765-56D8-0BB9-8BB1EB03EB66}"/>
          </ac:spMkLst>
        </pc:spChg>
        <pc:spChg chg="mod">
          <ac:chgData name="Amouzou, Komi Mekaeli" userId="020e202c-3c4c-4e52-9bfa-205f5f67fc05" providerId="ADAL" clId="{DFF75377-3DF0-4A60-90BA-EBCBE8F9083E}" dt="2026-01-29T03:04:58.460" v="3076" actId="5793"/>
          <ac:spMkLst>
            <pc:docMk/>
            <pc:sldMk cId="3433642152" sldId="257"/>
            <ac:spMk id="67" creationId="{3375BB3E-C3BB-E749-DA76-8A9BF8BB08A4}"/>
          </ac:spMkLst>
        </pc:spChg>
        <pc:spChg chg="mod">
          <ac:chgData name="Amouzou, Komi Mekaeli" userId="020e202c-3c4c-4e52-9bfa-205f5f67fc05" providerId="ADAL" clId="{DFF75377-3DF0-4A60-90BA-EBCBE8F9083E}" dt="2026-01-29T03:03:21.148" v="3009"/>
          <ac:spMkLst>
            <pc:docMk/>
            <pc:sldMk cId="3433642152" sldId="257"/>
            <ac:spMk id="68" creationId="{E7B70C03-33A6-B1AA-4015-B1D2B746DFD0}"/>
          </ac:spMkLst>
        </pc:spChg>
        <pc:spChg chg="mod">
          <ac:chgData name="Amouzou, Komi Mekaeli" userId="020e202c-3c4c-4e52-9bfa-205f5f67fc05" providerId="ADAL" clId="{DFF75377-3DF0-4A60-90BA-EBCBE8F9083E}" dt="2026-01-29T03:12:48.405" v="3164" actId="13926"/>
          <ac:spMkLst>
            <pc:docMk/>
            <pc:sldMk cId="3433642152" sldId="257"/>
            <ac:spMk id="69" creationId="{2F1DFA9A-6A5B-83AF-5C78-9044C1F6825F}"/>
          </ac:spMkLst>
        </pc:spChg>
        <pc:spChg chg="mod topLvl">
          <ac:chgData name="Amouzou, Komi Mekaeli" userId="020e202c-3c4c-4e52-9bfa-205f5f67fc05" providerId="ADAL" clId="{DFF75377-3DF0-4A60-90BA-EBCBE8F9083E}" dt="2026-01-29T03:48:28.733" v="3723" actId="164"/>
          <ac:spMkLst>
            <pc:docMk/>
            <pc:sldMk cId="3433642152" sldId="257"/>
            <ac:spMk id="77" creationId="{6C2D7495-FA18-24EE-9DAC-9113B4E66675}"/>
          </ac:spMkLst>
        </pc:spChg>
        <pc:spChg chg="mod topLvl">
          <ac:chgData name="Amouzou, Komi Mekaeli" userId="020e202c-3c4c-4e52-9bfa-205f5f67fc05" providerId="ADAL" clId="{DFF75377-3DF0-4A60-90BA-EBCBE8F9083E}" dt="2026-01-29T03:48:28.733" v="3723" actId="164"/>
          <ac:spMkLst>
            <pc:docMk/>
            <pc:sldMk cId="3433642152" sldId="257"/>
            <ac:spMk id="78" creationId="{83B2AF0D-C998-32C0-1DF7-35457CDD1A6C}"/>
          </ac:spMkLst>
        </pc:spChg>
        <pc:spChg chg="mod topLvl">
          <ac:chgData name="Amouzou, Komi Mekaeli" userId="020e202c-3c4c-4e52-9bfa-205f5f67fc05" providerId="ADAL" clId="{DFF75377-3DF0-4A60-90BA-EBCBE8F9083E}" dt="2026-01-29T03:48:28.733" v="3723" actId="164"/>
          <ac:spMkLst>
            <pc:docMk/>
            <pc:sldMk cId="3433642152" sldId="257"/>
            <ac:spMk id="79" creationId="{08588C15-D180-57EB-9F1C-5A107ED6802E}"/>
          </ac:spMkLst>
        </pc:spChg>
        <pc:spChg chg="add mod">
          <ac:chgData name="Amouzou, Komi Mekaeli" userId="020e202c-3c4c-4e52-9bfa-205f5f67fc05" providerId="ADAL" clId="{DFF75377-3DF0-4A60-90BA-EBCBE8F9083E}" dt="2026-01-29T03:49:21.690" v="3727" actId="1076"/>
          <ac:spMkLst>
            <pc:docMk/>
            <pc:sldMk cId="3433642152" sldId="257"/>
            <ac:spMk id="83" creationId="{84EA58A7-30E3-A114-2CA1-619E38CC48C6}"/>
          </ac:spMkLst>
        </pc:spChg>
        <pc:spChg chg="add mod">
          <ac:chgData name="Amouzou, Komi Mekaeli" userId="020e202c-3c4c-4e52-9bfa-205f5f67fc05" providerId="ADAL" clId="{DFF75377-3DF0-4A60-90BA-EBCBE8F9083E}" dt="2026-01-29T03:47:20.859" v="3715" actId="1035"/>
          <ac:spMkLst>
            <pc:docMk/>
            <pc:sldMk cId="3433642152" sldId="257"/>
            <ac:spMk id="85" creationId="{977A5EA4-A17D-C76A-EE5D-C79C5350B09D}"/>
          </ac:spMkLst>
        </pc:spChg>
        <pc:spChg chg="add del mod">
          <ac:chgData name="Amouzou, Komi Mekaeli" userId="020e202c-3c4c-4e52-9bfa-205f5f67fc05" providerId="ADAL" clId="{DFF75377-3DF0-4A60-90BA-EBCBE8F9083E}" dt="2026-01-29T03:48:59.919" v="3725" actId="1076"/>
          <ac:spMkLst>
            <pc:docMk/>
            <pc:sldMk cId="3433642152" sldId="257"/>
            <ac:spMk id="112" creationId="{7F342702-0CB6-9C9A-D992-CC8CD8AE0795}"/>
          </ac:spMkLst>
        </pc:spChg>
        <pc:grpChg chg="add mod">
          <ac:chgData name="Amouzou, Komi Mekaeli" userId="020e202c-3c4c-4e52-9bfa-205f5f67fc05" providerId="ADAL" clId="{DFF75377-3DF0-4A60-90BA-EBCBE8F9083E}" dt="2026-01-29T02:47:10.639" v="2586" actId="1076"/>
          <ac:grpSpMkLst>
            <pc:docMk/>
            <pc:sldMk cId="3433642152" sldId="257"/>
            <ac:grpSpMk id="15" creationId="{746B401D-022A-7575-CD87-F63B624F2FBC}"/>
          </ac:grpSpMkLst>
        </pc:grpChg>
        <pc:grpChg chg="add del mod">
          <ac:chgData name="Amouzou, Komi Mekaeli" userId="020e202c-3c4c-4e52-9bfa-205f5f67fc05" providerId="ADAL" clId="{DFF75377-3DF0-4A60-90BA-EBCBE8F9083E}" dt="2026-01-29T02:49:48.930" v="2659" actId="165"/>
          <ac:grpSpMkLst>
            <pc:docMk/>
            <pc:sldMk cId="3433642152" sldId="257"/>
            <ac:grpSpMk id="16" creationId="{896EEE5D-5676-219D-191E-2698EDD7587E}"/>
          </ac:grpSpMkLst>
        </pc:grpChg>
        <pc:grpChg chg="add mod">
          <ac:chgData name="Amouzou, Komi Mekaeli" userId="020e202c-3c4c-4e52-9bfa-205f5f67fc05" providerId="ADAL" clId="{DFF75377-3DF0-4A60-90BA-EBCBE8F9083E}" dt="2026-01-29T02:51:16.981" v="2666" actId="1076"/>
          <ac:grpSpMkLst>
            <pc:docMk/>
            <pc:sldMk cId="3433642152" sldId="257"/>
            <ac:grpSpMk id="22" creationId="{B669D2B5-0760-670F-37FD-2FB4FB65818A}"/>
          </ac:grpSpMkLst>
        </pc:grpChg>
        <pc:grpChg chg="del">
          <ac:chgData name="Amouzou, Komi Mekaeli" userId="020e202c-3c4c-4e52-9bfa-205f5f67fc05" providerId="ADAL" clId="{DFF75377-3DF0-4A60-90BA-EBCBE8F9083E}" dt="2026-01-29T02:33:45.747" v="2327" actId="478"/>
          <ac:grpSpMkLst>
            <pc:docMk/>
            <pc:sldMk cId="3433642152" sldId="257"/>
            <ac:grpSpMk id="28" creationId="{33524C4E-46BB-D3E0-58BF-4BD86F48C88F}"/>
          </ac:grpSpMkLst>
        </pc:grpChg>
        <pc:grpChg chg="del">
          <ac:chgData name="Amouzou, Komi Mekaeli" userId="020e202c-3c4c-4e52-9bfa-205f5f67fc05" providerId="ADAL" clId="{DFF75377-3DF0-4A60-90BA-EBCBE8F9083E}" dt="2026-01-29T02:33:45.747" v="2327" actId="478"/>
          <ac:grpSpMkLst>
            <pc:docMk/>
            <pc:sldMk cId="3433642152" sldId="257"/>
            <ac:grpSpMk id="31" creationId="{D55A6F64-3A0B-4D64-F429-38F6269B7B98}"/>
          </ac:grpSpMkLst>
        </pc:grpChg>
        <pc:grpChg chg="del">
          <ac:chgData name="Amouzou, Komi Mekaeli" userId="020e202c-3c4c-4e52-9bfa-205f5f67fc05" providerId="ADAL" clId="{DFF75377-3DF0-4A60-90BA-EBCBE8F9083E}" dt="2026-01-29T02:33:45.747" v="2327" actId="478"/>
          <ac:grpSpMkLst>
            <pc:docMk/>
            <pc:sldMk cId="3433642152" sldId="257"/>
            <ac:grpSpMk id="34" creationId="{27F76E75-3C0E-E7C1-9BAA-715975BA2F9C}"/>
          </ac:grpSpMkLst>
        </pc:grpChg>
        <pc:grpChg chg="del">
          <ac:chgData name="Amouzou, Komi Mekaeli" userId="020e202c-3c4c-4e52-9bfa-205f5f67fc05" providerId="ADAL" clId="{DFF75377-3DF0-4A60-90BA-EBCBE8F9083E}" dt="2026-01-29T02:33:45.747" v="2327" actId="478"/>
          <ac:grpSpMkLst>
            <pc:docMk/>
            <pc:sldMk cId="3433642152" sldId="257"/>
            <ac:grpSpMk id="37" creationId="{49B58999-E70E-6ED8-FE3E-765DA95FE4DD}"/>
          </ac:grpSpMkLst>
        </pc:grpChg>
        <pc:grpChg chg="del">
          <ac:chgData name="Amouzou, Komi Mekaeli" userId="020e202c-3c4c-4e52-9bfa-205f5f67fc05" providerId="ADAL" clId="{DFF75377-3DF0-4A60-90BA-EBCBE8F9083E}" dt="2026-01-29T02:33:45.747" v="2327" actId="478"/>
          <ac:grpSpMkLst>
            <pc:docMk/>
            <pc:sldMk cId="3433642152" sldId="257"/>
            <ac:grpSpMk id="40" creationId="{28EA3F07-9C93-4700-6AC3-D19D8C0D3D00}"/>
          </ac:grpSpMkLst>
        </pc:grpChg>
        <pc:grpChg chg="del">
          <ac:chgData name="Amouzou, Komi Mekaeli" userId="020e202c-3c4c-4e52-9bfa-205f5f67fc05" providerId="ADAL" clId="{DFF75377-3DF0-4A60-90BA-EBCBE8F9083E}" dt="2026-01-29T02:33:45.747" v="2327" actId="478"/>
          <ac:grpSpMkLst>
            <pc:docMk/>
            <pc:sldMk cId="3433642152" sldId="257"/>
            <ac:grpSpMk id="43" creationId="{BF4E6F5D-EEC9-3652-3351-4F1725316D71}"/>
          </ac:grpSpMkLst>
        </pc:grpChg>
        <pc:grpChg chg="add mod">
          <ac:chgData name="Amouzou, Komi Mekaeli" userId="020e202c-3c4c-4e52-9bfa-205f5f67fc05" providerId="ADAL" clId="{DFF75377-3DF0-4A60-90BA-EBCBE8F9083E}" dt="2026-01-29T03:45:16.189" v="3667" actId="1038"/>
          <ac:grpSpMkLst>
            <pc:docMk/>
            <pc:sldMk cId="3433642152" sldId="257"/>
            <ac:grpSpMk id="54" creationId="{5439B304-D9AB-2AB3-0B9E-126762BE1F3D}"/>
          </ac:grpSpMkLst>
        </pc:grpChg>
        <pc:grpChg chg="add mod">
          <ac:chgData name="Amouzou, Komi Mekaeli" userId="020e202c-3c4c-4e52-9bfa-205f5f67fc05" providerId="ADAL" clId="{DFF75377-3DF0-4A60-90BA-EBCBE8F9083E}" dt="2026-01-29T02:59:52.101" v="2885" actId="1076"/>
          <ac:grpSpMkLst>
            <pc:docMk/>
            <pc:sldMk cId="3433642152" sldId="257"/>
            <ac:grpSpMk id="59" creationId="{1008E394-1D4D-EC15-32E5-FD2870F3CB81}"/>
          </ac:grpSpMkLst>
        </pc:grpChg>
        <pc:grpChg chg="add mod">
          <ac:chgData name="Amouzou, Komi Mekaeli" userId="020e202c-3c4c-4e52-9bfa-205f5f67fc05" providerId="ADAL" clId="{DFF75377-3DF0-4A60-90BA-EBCBE8F9083E}" dt="2026-01-29T03:03:21.148" v="3009"/>
          <ac:grpSpMkLst>
            <pc:docMk/>
            <pc:sldMk cId="3433642152" sldId="257"/>
            <ac:grpSpMk id="66" creationId="{2706C479-2E55-1F9F-C4DA-68DA2C94BA95}"/>
          </ac:grpSpMkLst>
        </pc:grpChg>
        <pc:grpChg chg="add del mod">
          <ac:chgData name="Amouzou, Komi Mekaeli" userId="020e202c-3c4c-4e52-9bfa-205f5f67fc05" providerId="ADAL" clId="{DFF75377-3DF0-4A60-90BA-EBCBE8F9083E}" dt="2026-01-29T03:47:45.136" v="3716" actId="165"/>
          <ac:grpSpMkLst>
            <pc:docMk/>
            <pc:sldMk cId="3433642152" sldId="257"/>
            <ac:grpSpMk id="76" creationId="{727D5B74-EF65-C4A1-AF01-CF6A5AADB1C0}"/>
          </ac:grpSpMkLst>
        </pc:grpChg>
        <pc:grpChg chg="add mod">
          <ac:chgData name="Amouzou, Komi Mekaeli" userId="020e202c-3c4c-4e52-9bfa-205f5f67fc05" providerId="ADAL" clId="{DFF75377-3DF0-4A60-90BA-EBCBE8F9083E}" dt="2026-01-29T03:48:28.733" v="3723" actId="164"/>
          <ac:grpSpMkLst>
            <pc:docMk/>
            <pc:sldMk cId="3433642152" sldId="257"/>
            <ac:grpSpMk id="87" creationId="{370CBF40-6C2B-15E9-4341-5271378F6334}"/>
          </ac:grpSpMkLst>
        </pc:grpChg>
        <pc:cxnChg chg="add mod">
          <ac:chgData name="Amouzou, Komi Mekaeli" userId="020e202c-3c4c-4e52-9bfa-205f5f67fc05" providerId="ADAL" clId="{DFF75377-3DF0-4A60-90BA-EBCBE8F9083E}" dt="2026-01-29T02:47:09.046" v="2585" actId="1076"/>
          <ac:cxnSpMkLst>
            <pc:docMk/>
            <pc:sldMk cId="3433642152" sldId="257"/>
            <ac:cxnSpMk id="8" creationId="{E4C35BC8-C5B0-DFF6-E41D-B40B2E2E86DC}"/>
          </ac:cxnSpMkLst>
        </pc:cxnChg>
        <pc:cxnChg chg="add mod">
          <ac:chgData name="Amouzou, Komi Mekaeli" userId="020e202c-3c4c-4e52-9bfa-205f5f67fc05" providerId="ADAL" clId="{DFF75377-3DF0-4A60-90BA-EBCBE8F9083E}" dt="2026-01-29T02:49:43.155" v="2658" actId="1076"/>
          <ac:cxnSpMkLst>
            <pc:docMk/>
            <pc:sldMk cId="3433642152" sldId="257"/>
            <ac:cxnSpMk id="18" creationId="{7D4F381C-A11C-C0D0-A893-4BB9C98E7043}"/>
          </ac:cxnSpMkLst>
        </pc:cxnChg>
        <pc:cxnChg chg="add mod">
          <ac:chgData name="Amouzou, Komi Mekaeli" userId="020e202c-3c4c-4e52-9bfa-205f5f67fc05" providerId="ADAL" clId="{DFF75377-3DF0-4A60-90BA-EBCBE8F9083E}" dt="2026-01-29T02:53:58.059" v="2752" actId="571"/>
          <ac:cxnSpMkLst>
            <pc:docMk/>
            <pc:sldMk cId="3433642152" sldId="257"/>
            <ac:cxnSpMk id="26" creationId="{E25C5020-0B65-0972-E3DC-359418CB3BAA}"/>
          </ac:cxnSpMkLst>
        </pc:cxnChg>
        <pc:cxnChg chg="add del mod">
          <ac:chgData name="Amouzou, Komi Mekaeli" userId="020e202c-3c4c-4e52-9bfa-205f5f67fc05" providerId="ADAL" clId="{DFF75377-3DF0-4A60-90BA-EBCBE8F9083E}" dt="2026-01-29T02:55:23.444" v="2794" actId="478"/>
          <ac:cxnSpMkLst>
            <pc:docMk/>
            <pc:sldMk cId="3433642152" sldId="257"/>
            <ac:cxnSpMk id="46" creationId="{D11A07EF-40D4-665A-2693-705E52E48A28}"/>
          </ac:cxnSpMkLst>
        </pc:cxnChg>
        <pc:cxnChg chg="add mod">
          <ac:chgData name="Amouzou, Komi Mekaeli" userId="020e202c-3c4c-4e52-9bfa-205f5f67fc05" providerId="ADAL" clId="{DFF75377-3DF0-4A60-90BA-EBCBE8F9083E}" dt="2026-01-29T03:46:33.681" v="3701" actId="1036"/>
          <ac:cxnSpMkLst>
            <pc:docMk/>
            <pc:sldMk cId="3433642152" sldId="257"/>
            <ac:cxnSpMk id="51" creationId="{0FD62494-6EA8-0D5F-8E00-5505D45F6C2A}"/>
          </ac:cxnSpMkLst>
        </pc:cxnChg>
        <pc:cxnChg chg="add mod">
          <ac:chgData name="Amouzou, Komi Mekaeli" userId="020e202c-3c4c-4e52-9bfa-205f5f67fc05" providerId="ADAL" clId="{DFF75377-3DF0-4A60-90BA-EBCBE8F9083E}" dt="2026-01-29T03:45:16.189" v="3667" actId="1038"/>
          <ac:cxnSpMkLst>
            <pc:docMk/>
            <pc:sldMk cId="3433642152" sldId="257"/>
            <ac:cxnSpMk id="58" creationId="{5608EC55-10FA-C8AE-807D-E71AA2F3DEE7}"/>
          </ac:cxnSpMkLst>
        </pc:cxnChg>
        <pc:cxnChg chg="add mod">
          <ac:chgData name="Amouzou, Komi Mekaeli" userId="020e202c-3c4c-4e52-9bfa-205f5f67fc05" providerId="ADAL" clId="{DFF75377-3DF0-4A60-90BA-EBCBE8F9083E}" dt="2026-01-29T02:59:59.511" v="2886"/>
          <ac:cxnSpMkLst>
            <pc:docMk/>
            <pc:sldMk cId="3433642152" sldId="257"/>
            <ac:cxnSpMk id="63" creationId="{01921BF1-686D-309B-7F2C-574A5EA119CD}"/>
          </ac:cxnSpMkLst>
        </pc:cxnChg>
        <pc:cxnChg chg="add mod">
          <ac:chgData name="Amouzou, Komi Mekaeli" userId="020e202c-3c4c-4e52-9bfa-205f5f67fc05" providerId="ADAL" clId="{DFF75377-3DF0-4A60-90BA-EBCBE8F9083E}" dt="2026-01-29T03:00:12.699" v="2889" actId="1076"/>
          <ac:cxnSpMkLst>
            <pc:docMk/>
            <pc:sldMk cId="3433642152" sldId="257"/>
            <ac:cxnSpMk id="64" creationId="{B4BEAF49-2A48-AF9F-FD88-F5FDEF76F197}"/>
          </ac:cxnSpMkLst>
        </pc:cxnChg>
        <pc:cxnChg chg="add mod">
          <ac:chgData name="Amouzou, Komi Mekaeli" userId="020e202c-3c4c-4e52-9bfa-205f5f67fc05" providerId="ADAL" clId="{DFF75377-3DF0-4A60-90BA-EBCBE8F9083E}" dt="2026-01-29T03:05:48.873" v="3083" actId="1076"/>
          <ac:cxnSpMkLst>
            <pc:docMk/>
            <pc:sldMk cId="3433642152" sldId="257"/>
            <ac:cxnSpMk id="71" creationId="{7173B259-A4D1-E448-6C5D-452C10623F8A}"/>
          </ac:cxnSpMkLst>
        </pc:cxnChg>
        <pc:cxnChg chg="add mod">
          <ac:chgData name="Amouzou, Komi Mekaeli" userId="020e202c-3c4c-4e52-9bfa-205f5f67fc05" providerId="ADAL" clId="{DFF75377-3DF0-4A60-90BA-EBCBE8F9083E}" dt="2026-01-29T03:07:07.161" v="3090" actId="1076"/>
          <ac:cxnSpMkLst>
            <pc:docMk/>
            <pc:sldMk cId="3433642152" sldId="257"/>
            <ac:cxnSpMk id="80" creationId="{3C00F96D-C750-D393-4826-E9D2138BA0B6}"/>
          </ac:cxnSpMkLst>
        </pc:cxnChg>
      </pc:sldChg>
      <pc:sldChg chg="addSp delSp modSp new mod">
        <pc:chgData name="Amouzou, Komi Mekaeli" userId="020e202c-3c4c-4e52-9bfa-205f5f67fc05" providerId="ADAL" clId="{DFF75377-3DF0-4A60-90BA-EBCBE8F9083E}" dt="2026-01-29T03:30:38.241" v="3569" actId="14100"/>
        <pc:sldMkLst>
          <pc:docMk/>
          <pc:sldMk cId="1964933747" sldId="258"/>
        </pc:sldMkLst>
        <pc:spChg chg="del">
          <ac:chgData name="Amouzou, Komi Mekaeli" userId="020e202c-3c4c-4e52-9bfa-205f5f67fc05" providerId="ADAL" clId="{DFF75377-3DF0-4A60-90BA-EBCBE8F9083E}" dt="2026-01-29T03:28:38.777" v="3518" actId="478"/>
          <ac:spMkLst>
            <pc:docMk/>
            <pc:sldMk cId="1964933747" sldId="258"/>
            <ac:spMk id="2" creationId="{B2D80B76-9CF6-DA98-AAFE-C0EEAFC9FD07}"/>
          </ac:spMkLst>
        </pc:spChg>
        <pc:spChg chg="del">
          <ac:chgData name="Amouzou, Komi Mekaeli" userId="020e202c-3c4c-4e52-9bfa-205f5f67fc05" providerId="ADAL" clId="{DFF75377-3DF0-4A60-90BA-EBCBE8F9083E}" dt="2026-01-29T03:28:37.886" v="3517" actId="478"/>
          <ac:spMkLst>
            <pc:docMk/>
            <pc:sldMk cId="1964933747" sldId="258"/>
            <ac:spMk id="3" creationId="{90DA9455-B242-02C7-DAB8-589AA329172A}"/>
          </ac:spMkLst>
        </pc:spChg>
        <pc:graphicFrameChg chg="add mod modGraphic">
          <ac:chgData name="Amouzou, Komi Mekaeli" userId="020e202c-3c4c-4e52-9bfa-205f5f67fc05" providerId="ADAL" clId="{DFF75377-3DF0-4A60-90BA-EBCBE8F9083E}" dt="2026-01-29T03:30:38.241" v="3569" actId="14100"/>
          <ac:graphicFrameMkLst>
            <pc:docMk/>
            <pc:sldMk cId="1964933747" sldId="258"/>
            <ac:graphicFrameMk id="4" creationId="{C6908E40-811F-BFBD-4FE9-89CC7DF97898}"/>
          </ac:graphicFrameMkLst>
        </pc:graphicFrameChg>
      </pc:sldChg>
      <pc:sldChg chg="addSp delSp modSp new mod">
        <pc:chgData name="Amouzou, Komi Mekaeli" userId="020e202c-3c4c-4e52-9bfa-205f5f67fc05" providerId="ADAL" clId="{DFF75377-3DF0-4A60-90BA-EBCBE8F9083E}" dt="2026-01-29T03:36:03.118" v="3637" actId="115"/>
        <pc:sldMkLst>
          <pc:docMk/>
          <pc:sldMk cId="3667961849" sldId="259"/>
        </pc:sldMkLst>
        <pc:spChg chg="del">
          <ac:chgData name="Amouzou, Komi Mekaeli" userId="020e202c-3c4c-4e52-9bfa-205f5f67fc05" providerId="ADAL" clId="{DFF75377-3DF0-4A60-90BA-EBCBE8F9083E}" dt="2026-01-29T03:32:32.537" v="3572" actId="478"/>
          <ac:spMkLst>
            <pc:docMk/>
            <pc:sldMk cId="3667961849" sldId="259"/>
            <ac:spMk id="2" creationId="{A4889865-C707-D0AC-D328-1A5A2D747ECD}"/>
          </ac:spMkLst>
        </pc:spChg>
        <pc:spChg chg="del">
          <ac:chgData name="Amouzou, Komi Mekaeli" userId="020e202c-3c4c-4e52-9bfa-205f5f67fc05" providerId="ADAL" clId="{DFF75377-3DF0-4A60-90BA-EBCBE8F9083E}" dt="2026-01-29T03:32:30.914" v="3571" actId="478"/>
          <ac:spMkLst>
            <pc:docMk/>
            <pc:sldMk cId="3667961849" sldId="259"/>
            <ac:spMk id="3" creationId="{2D9BF75B-4622-D5EC-7505-DC4BC530C423}"/>
          </ac:spMkLst>
        </pc:spChg>
        <pc:spChg chg="mod">
          <ac:chgData name="Amouzou, Komi Mekaeli" userId="020e202c-3c4c-4e52-9bfa-205f5f67fc05" providerId="ADAL" clId="{DFF75377-3DF0-4A60-90BA-EBCBE8F9083E}" dt="2026-01-29T03:32:45.908" v="3573"/>
          <ac:spMkLst>
            <pc:docMk/>
            <pc:sldMk cId="3667961849" sldId="259"/>
            <ac:spMk id="5" creationId="{5D500925-B128-0405-9A68-981C41F92412}"/>
          </ac:spMkLst>
        </pc:spChg>
        <pc:spChg chg="mod">
          <ac:chgData name="Amouzou, Komi Mekaeli" userId="020e202c-3c4c-4e52-9bfa-205f5f67fc05" providerId="ADAL" clId="{DFF75377-3DF0-4A60-90BA-EBCBE8F9083E}" dt="2026-01-29T03:32:45.908" v="3573"/>
          <ac:spMkLst>
            <pc:docMk/>
            <pc:sldMk cId="3667961849" sldId="259"/>
            <ac:spMk id="6" creationId="{C3C2AE61-0F7E-C8EB-4334-51C366957E52}"/>
          </ac:spMkLst>
        </pc:spChg>
        <pc:spChg chg="mod">
          <ac:chgData name="Amouzou, Komi Mekaeli" userId="020e202c-3c4c-4e52-9bfa-205f5f67fc05" providerId="ADAL" clId="{DFF75377-3DF0-4A60-90BA-EBCBE8F9083E}" dt="2026-01-29T03:32:45.908" v="3573"/>
          <ac:spMkLst>
            <pc:docMk/>
            <pc:sldMk cId="3667961849" sldId="259"/>
            <ac:spMk id="7" creationId="{02608FBE-FDAC-E83C-1A6A-87D6D2C39388}"/>
          </ac:spMkLst>
        </pc:spChg>
        <pc:spChg chg="add mod">
          <ac:chgData name="Amouzou, Komi Mekaeli" userId="020e202c-3c4c-4e52-9bfa-205f5f67fc05" providerId="ADAL" clId="{DFF75377-3DF0-4A60-90BA-EBCBE8F9083E}" dt="2026-01-29T03:35:13.781" v="3619" actId="14100"/>
          <ac:spMkLst>
            <pc:docMk/>
            <pc:sldMk cId="3667961849" sldId="259"/>
            <ac:spMk id="8" creationId="{22CB4ADC-D86F-E1AC-D28C-232905C3526F}"/>
          </ac:spMkLst>
        </pc:spChg>
        <pc:spChg chg="mod">
          <ac:chgData name="Amouzou, Komi Mekaeli" userId="020e202c-3c4c-4e52-9bfa-205f5f67fc05" providerId="ADAL" clId="{DFF75377-3DF0-4A60-90BA-EBCBE8F9083E}" dt="2026-01-29T03:32:58.221" v="3576"/>
          <ac:spMkLst>
            <pc:docMk/>
            <pc:sldMk cId="3667961849" sldId="259"/>
            <ac:spMk id="10" creationId="{AD06B1E6-8A08-656E-C153-B7F1B294EF1C}"/>
          </ac:spMkLst>
        </pc:spChg>
        <pc:spChg chg="mod">
          <ac:chgData name="Amouzou, Komi Mekaeli" userId="020e202c-3c4c-4e52-9bfa-205f5f67fc05" providerId="ADAL" clId="{DFF75377-3DF0-4A60-90BA-EBCBE8F9083E}" dt="2026-01-29T03:32:58.221" v="3576"/>
          <ac:spMkLst>
            <pc:docMk/>
            <pc:sldMk cId="3667961849" sldId="259"/>
            <ac:spMk id="11" creationId="{B06063C7-DD4B-6AAD-7B9A-28DB3BBFCAF0}"/>
          </ac:spMkLst>
        </pc:spChg>
        <pc:spChg chg="mod">
          <ac:chgData name="Amouzou, Komi Mekaeli" userId="020e202c-3c4c-4e52-9bfa-205f5f67fc05" providerId="ADAL" clId="{DFF75377-3DF0-4A60-90BA-EBCBE8F9083E}" dt="2026-01-29T03:32:58.221" v="3576"/>
          <ac:spMkLst>
            <pc:docMk/>
            <pc:sldMk cId="3667961849" sldId="259"/>
            <ac:spMk id="12" creationId="{3514ED26-645D-DC44-87E7-C3F2D87E9F56}"/>
          </ac:spMkLst>
        </pc:spChg>
        <pc:spChg chg="add mod">
          <ac:chgData name="Amouzou, Komi Mekaeli" userId="020e202c-3c4c-4e52-9bfa-205f5f67fc05" providerId="ADAL" clId="{DFF75377-3DF0-4A60-90BA-EBCBE8F9083E}" dt="2026-01-29T03:36:03.118" v="3637" actId="115"/>
          <ac:spMkLst>
            <pc:docMk/>
            <pc:sldMk cId="3667961849" sldId="259"/>
            <ac:spMk id="13" creationId="{AFAAF76C-91A6-E453-3941-5DD768D13B17}"/>
          </ac:spMkLst>
        </pc:spChg>
        <pc:grpChg chg="add mod">
          <ac:chgData name="Amouzou, Komi Mekaeli" userId="020e202c-3c4c-4e52-9bfa-205f5f67fc05" providerId="ADAL" clId="{DFF75377-3DF0-4A60-90BA-EBCBE8F9083E}" dt="2026-01-29T03:32:50.279" v="3574" actId="1076"/>
          <ac:grpSpMkLst>
            <pc:docMk/>
            <pc:sldMk cId="3667961849" sldId="259"/>
            <ac:grpSpMk id="4" creationId="{0AF198B3-1FB5-CFC5-68DD-69265BFEB010}"/>
          </ac:grpSpMkLst>
        </pc:grpChg>
        <pc:grpChg chg="add mod">
          <ac:chgData name="Amouzou, Komi Mekaeli" userId="020e202c-3c4c-4e52-9bfa-205f5f67fc05" providerId="ADAL" clId="{DFF75377-3DF0-4A60-90BA-EBCBE8F9083E}" dt="2026-01-29T03:32:58.221" v="3576"/>
          <ac:grpSpMkLst>
            <pc:docMk/>
            <pc:sldMk cId="3667961849" sldId="259"/>
            <ac:grpSpMk id="9" creationId="{2F9D1E8E-FCCF-355D-3ADC-53A0EC16B164}"/>
          </ac:grpSpMkLst>
        </pc:grpChg>
      </pc:sldChg>
      <pc:sldChg chg="addSp delSp modSp add mod ord">
        <pc:chgData name="Amouzou, Komi Mekaeli" userId="020e202c-3c4c-4e52-9bfa-205f5f67fc05" providerId="ADAL" clId="{DFF75377-3DF0-4A60-90BA-EBCBE8F9083E}" dt="2026-01-30T15:39:58.367" v="5369" actId="20577"/>
        <pc:sldMkLst>
          <pc:docMk/>
          <pc:sldMk cId="2063007720" sldId="260"/>
        </pc:sldMkLst>
        <pc:spChg chg="mod">
          <ac:chgData name="Amouzou, Komi Mekaeli" userId="020e202c-3c4c-4e52-9bfa-205f5f67fc05" providerId="ADAL" clId="{DFF75377-3DF0-4A60-90BA-EBCBE8F9083E}" dt="2026-01-30T11:25:15.195" v="5331" actId="14100"/>
          <ac:spMkLst>
            <pc:docMk/>
            <pc:sldMk cId="2063007720" sldId="260"/>
            <ac:spMk id="2" creationId="{3119DDEA-DB84-9149-C949-CE33DFC0BE32}"/>
          </ac:spMkLst>
        </pc:spChg>
        <pc:spChg chg="mod">
          <ac:chgData name="Amouzou, Komi Mekaeli" userId="020e202c-3c4c-4e52-9bfa-205f5f67fc05" providerId="ADAL" clId="{DFF75377-3DF0-4A60-90BA-EBCBE8F9083E}" dt="2026-01-30T09:44:09.527" v="5042" actId="164"/>
          <ac:spMkLst>
            <pc:docMk/>
            <pc:sldMk cId="2063007720" sldId="260"/>
            <ac:spMk id="3" creationId="{00EBD1E8-64B8-CB8E-61C3-F5570D55592A}"/>
          </ac:spMkLst>
        </pc:spChg>
        <pc:spChg chg="del mod">
          <ac:chgData name="Amouzou, Komi Mekaeli" userId="020e202c-3c4c-4e52-9bfa-205f5f67fc05" providerId="ADAL" clId="{DFF75377-3DF0-4A60-90BA-EBCBE8F9083E}" dt="2026-01-29T07:40:18.125" v="4083" actId="478"/>
          <ac:spMkLst>
            <pc:docMk/>
            <pc:sldMk cId="2063007720" sldId="260"/>
            <ac:spMk id="4" creationId="{CF0EBE6C-B869-0316-55E3-8FC3A3450D75}"/>
          </ac:spMkLst>
        </pc:spChg>
        <pc:spChg chg="mod">
          <ac:chgData name="Amouzou, Komi Mekaeli" userId="020e202c-3c4c-4e52-9bfa-205f5f67fc05" providerId="ADAL" clId="{DFF75377-3DF0-4A60-90BA-EBCBE8F9083E}" dt="2026-01-30T11:24:46.024" v="5330" actId="1076"/>
          <ac:spMkLst>
            <pc:docMk/>
            <pc:sldMk cId="2063007720" sldId="260"/>
            <ac:spMk id="6" creationId="{6A9DBC97-9683-2566-7537-D0896BAA5219}"/>
          </ac:spMkLst>
        </pc:spChg>
        <pc:spChg chg="mod">
          <ac:chgData name="Amouzou, Komi Mekaeli" userId="020e202c-3c4c-4e52-9bfa-205f5f67fc05" providerId="ADAL" clId="{DFF75377-3DF0-4A60-90BA-EBCBE8F9083E}" dt="2026-01-30T09:43:38.033" v="5000" actId="122"/>
          <ac:spMkLst>
            <pc:docMk/>
            <pc:sldMk cId="2063007720" sldId="260"/>
            <ac:spMk id="7" creationId="{5E3A8A50-FC99-322A-031E-5B0BCE983AAA}"/>
          </ac:spMkLst>
        </pc:spChg>
        <pc:spChg chg="mod">
          <ac:chgData name="Amouzou, Komi Mekaeli" userId="020e202c-3c4c-4e52-9bfa-205f5f67fc05" providerId="ADAL" clId="{DFF75377-3DF0-4A60-90BA-EBCBE8F9083E}" dt="2026-01-29T11:25:04.894" v="4382" actId="20577"/>
          <ac:spMkLst>
            <pc:docMk/>
            <pc:sldMk cId="2063007720" sldId="260"/>
            <ac:spMk id="8" creationId="{9483A379-8C66-BB48-E049-BD79411348CF}"/>
          </ac:spMkLst>
        </pc:spChg>
        <pc:spChg chg="mod topLvl">
          <ac:chgData name="Amouzou, Komi Mekaeli" userId="020e202c-3c4c-4e52-9bfa-205f5f67fc05" providerId="ADAL" clId="{DFF75377-3DF0-4A60-90BA-EBCBE8F9083E}" dt="2026-01-30T11:24:46.024" v="5330" actId="1076"/>
          <ac:spMkLst>
            <pc:docMk/>
            <pc:sldMk cId="2063007720" sldId="260"/>
            <ac:spMk id="9" creationId="{508FE14C-4E80-4CA1-49E8-B035D1A362A4}"/>
          </ac:spMkLst>
        </pc:spChg>
        <pc:spChg chg="mod">
          <ac:chgData name="Amouzou, Komi Mekaeli" userId="020e202c-3c4c-4e52-9bfa-205f5f67fc05" providerId="ADAL" clId="{DFF75377-3DF0-4A60-90BA-EBCBE8F9083E}" dt="2026-01-29T19:59:27.734" v="4450"/>
          <ac:spMkLst>
            <pc:docMk/>
            <pc:sldMk cId="2063007720" sldId="260"/>
            <ac:spMk id="10" creationId="{3A9EEDD3-3962-355E-869E-48BE16B0CE37}"/>
          </ac:spMkLst>
        </pc:spChg>
        <pc:spChg chg="mod">
          <ac:chgData name="Amouzou, Komi Mekaeli" userId="020e202c-3c4c-4e52-9bfa-205f5f67fc05" providerId="ADAL" clId="{DFF75377-3DF0-4A60-90BA-EBCBE8F9083E}" dt="2026-01-29T19:59:27.734" v="4450"/>
          <ac:spMkLst>
            <pc:docMk/>
            <pc:sldMk cId="2063007720" sldId="260"/>
            <ac:spMk id="11" creationId="{28625A16-1C9C-C75C-769C-FE75F7EC59D4}"/>
          </ac:spMkLst>
        </pc:spChg>
        <pc:spChg chg="mod topLvl">
          <ac:chgData name="Amouzou, Komi Mekaeli" userId="020e202c-3c4c-4e52-9bfa-205f5f67fc05" providerId="ADAL" clId="{DFF75377-3DF0-4A60-90BA-EBCBE8F9083E}" dt="2026-01-30T11:11:32.762" v="5089" actId="165"/>
          <ac:spMkLst>
            <pc:docMk/>
            <pc:sldMk cId="2063007720" sldId="260"/>
            <ac:spMk id="12" creationId="{C78150A0-F937-C989-4293-744D36193DEF}"/>
          </ac:spMkLst>
        </pc:spChg>
        <pc:spChg chg="mod topLvl">
          <ac:chgData name="Amouzou, Komi Mekaeli" userId="020e202c-3c4c-4e52-9bfa-205f5f67fc05" providerId="ADAL" clId="{DFF75377-3DF0-4A60-90BA-EBCBE8F9083E}" dt="2026-01-30T11:11:32.762" v="5089" actId="165"/>
          <ac:spMkLst>
            <pc:docMk/>
            <pc:sldMk cId="2063007720" sldId="260"/>
            <ac:spMk id="13" creationId="{2E68C6BB-2B05-DC37-E108-D886E9738B34}"/>
          </ac:spMkLst>
        </pc:spChg>
        <pc:spChg chg="mod topLvl">
          <ac:chgData name="Amouzou, Komi Mekaeli" userId="020e202c-3c4c-4e52-9bfa-205f5f67fc05" providerId="ADAL" clId="{DFF75377-3DF0-4A60-90BA-EBCBE8F9083E}" dt="2026-01-30T09:17:15.765" v="4807" actId="164"/>
          <ac:spMkLst>
            <pc:docMk/>
            <pc:sldMk cId="2063007720" sldId="260"/>
            <ac:spMk id="14" creationId="{C6A3156A-6D65-CB22-E89E-41B016DB8508}"/>
          </ac:spMkLst>
        </pc:spChg>
        <pc:spChg chg="add mod topLvl">
          <ac:chgData name="Amouzou, Komi Mekaeli" userId="020e202c-3c4c-4e52-9bfa-205f5f67fc05" providerId="ADAL" clId="{DFF75377-3DF0-4A60-90BA-EBCBE8F9083E}" dt="2026-01-30T11:14:50.548" v="5246" actId="20577"/>
          <ac:spMkLst>
            <pc:docMk/>
            <pc:sldMk cId="2063007720" sldId="260"/>
            <ac:spMk id="16" creationId="{7E7348AE-A1A7-4413-542D-70523F14C4E3}"/>
          </ac:spMkLst>
        </pc:spChg>
        <pc:spChg chg="mod">
          <ac:chgData name="Amouzou, Komi Mekaeli" userId="020e202c-3c4c-4e52-9bfa-205f5f67fc05" providerId="ADAL" clId="{DFF75377-3DF0-4A60-90BA-EBCBE8F9083E}" dt="2026-01-29T11:24:29.213" v="4345" actId="571"/>
          <ac:spMkLst>
            <pc:docMk/>
            <pc:sldMk cId="2063007720" sldId="260"/>
            <ac:spMk id="17" creationId="{84771A62-2EF2-C4C4-EFC2-882FB2476F44}"/>
          </ac:spMkLst>
        </pc:spChg>
        <pc:spChg chg="mod">
          <ac:chgData name="Amouzou, Komi Mekaeli" userId="020e202c-3c4c-4e52-9bfa-205f5f67fc05" providerId="ADAL" clId="{DFF75377-3DF0-4A60-90BA-EBCBE8F9083E}" dt="2026-01-29T11:24:47.536" v="4360" actId="14100"/>
          <ac:spMkLst>
            <pc:docMk/>
            <pc:sldMk cId="2063007720" sldId="260"/>
            <ac:spMk id="18" creationId="{A23282DB-716D-2B04-BE27-0D630CE47981}"/>
          </ac:spMkLst>
        </pc:spChg>
        <pc:spChg chg="add del mod">
          <ac:chgData name="Amouzou, Komi Mekaeli" userId="020e202c-3c4c-4e52-9bfa-205f5f67fc05" providerId="ADAL" clId="{DFF75377-3DF0-4A60-90BA-EBCBE8F9083E}" dt="2026-01-29T07:30:52.894" v="4001" actId="478"/>
          <ac:spMkLst>
            <pc:docMk/>
            <pc:sldMk cId="2063007720" sldId="260"/>
            <ac:spMk id="20" creationId="{BF04E707-7DD4-CEF9-49ED-D04A95A717B8}"/>
          </ac:spMkLst>
        </pc:spChg>
        <pc:spChg chg="del mod">
          <ac:chgData name="Amouzou, Komi Mekaeli" userId="020e202c-3c4c-4e52-9bfa-205f5f67fc05" providerId="ADAL" clId="{DFF75377-3DF0-4A60-90BA-EBCBE8F9083E}" dt="2026-01-29T07:24:12.827" v="3932" actId="478"/>
          <ac:spMkLst>
            <pc:docMk/>
            <pc:sldMk cId="2063007720" sldId="260"/>
            <ac:spMk id="21" creationId="{B1754F39-95D9-14CC-7573-BDDE8996FC42}"/>
          </ac:spMkLst>
        </pc:spChg>
        <pc:spChg chg="del mod">
          <ac:chgData name="Amouzou, Komi Mekaeli" userId="020e202c-3c4c-4e52-9bfa-205f5f67fc05" providerId="ADAL" clId="{DFF75377-3DF0-4A60-90BA-EBCBE8F9083E}" dt="2026-01-29T07:53:17.248" v="4258" actId="478"/>
          <ac:spMkLst>
            <pc:docMk/>
            <pc:sldMk cId="2063007720" sldId="260"/>
            <ac:spMk id="27" creationId="{DFDB22C2-AC7D-91D4-E080-E0BA3D0B5DD4}"/>
          </ac:spMkLst>
        </pc:spChg>
        <pc:spChg chg="mod">
          <ac:chgData name="Amouzou, Komi Mekaeli" userId="020e202c-3c4c-4e52-9bfa-205f5f67fc05" providerId="ADAL" clId="{DFF75377-3DF0-4A60-90BA-EBCBE8F9083E}" dt="2026-01-30T11:11:32.762" v="5089" actId="165"/>
          <ac:spMkLst>
            <pc:docMk/>
            <pc:sldMk cId="2063007720" sldId="260"/>
            <ac:spMk id="33" creationId="{92EC42E1-209F-85EB-E246-C72271CA116E}"/>
          </ac:spMkLst>
        </pc:spChg>
        <pc:spChg chg="mod">
          <ac:chgData name="Amouzou, Komi Mekaeli" userId="020e202c-3c4c-4e52-9bfa-205f5f67fc05" providerId="ADAL" clId="{DFF75377-3DF0-4A60-90BA-EBCBE8F9083E}" dt="2026-01-30T09:43:38.033" v="5000" actId="122"/>
          <ac:spMkLst>
            <pc:docMk/>
            <pc:sldMk cId="2063007720" sldId="260"/>
            <ac:spMk id="34" creationId="{4360268D-CF85-305D-3532-5D7198DB61E4}"/>
          </ac:spMkLst>
        </pc:spChg>
        <pc:spChg chg="mod">
          <ac:chgData name="Amouzou, Komi Mekaeli" userId="020e202c-3c4c-4e52-9bfa-205f5f67fc05" providerId="ADAL" clId="{DFF75377-3DF0-4A60-90BA-EBCBE8F9083E}" dt="2026-01-30T11:05:28.874" v="5082" actId="13926"/>
          <ac:spMkLst>
            <pc:docMk/>
            <pc:sldMk cId="2063007720" sldId="260"/>
            <ac:spMk id="35" creationId="{E8AB8A65-6FEB-2C02-AF60-C11814AAC1E6}"/>
          </ac:spMkLst>
        </pc:spChg>
        <pc:spChg chg="mod">
          <ac:chgData name="Amouzou, Komi Mekaeli" userId="020e202c-3c4c-4e52-9bfa-205f5f67fc05" providerId="ADAL" clId="{DFF75377-3DF0-4A60-90BA-EBCBE8F9083E}" dt="2026-01-29T07:36:17.265" v="4033" actId="571"/>
          <ac:spMkLst>
            <pc:docMk/>
            <pc:sldMk cId="2063007720" sldId="260"/>
            <ac:spMk id="38" creationId="{22A16035-71B5-AE0F-8621-9C733C3A8AB0}"/>
          </ac:spMkLst>
        </pc:spChg>
        <pc:spChg chg="mod">
          <ac:chgData name="Amouzou, Komi Mekaeli" userId="020e202c-3c4c-4e52-9bfa-205f5f67fc05" providerId="ADAL" clId="{DFF75377-3DF0-4A60-90BA-EBCBE8F9083E}" dt="2026-01-29T07:36:17.265" v="4033" actId="571"/>
          <ac:spMkLst>
            <pc:docMk/>
            <pc:sldMk cId="2063007720" sldId="260"/>
            <ac:spMk id="39" creationId="{B89A0F82-3BBC-1458-1758-A5470F32CD64}"/>
          </ac:spMkLst>
        </pc:spChg>
        <pc:spChg chg="mod">
          <ac:chgData name="Amouzou, Komi Mekaeli" userId="020e202c-3c4c-4e52-9bfa-205f5f67fc05" providerId="ADAL" clId="{DFF75377-3DF0-4A60-90BA-EBCBE8F9083E}" dt="2026-01-29T07:36:17.265" v="4033" actId="571"/>
          <ac:spMkLst>
            <pc:docMk/>
            <pc:sldMk cId="2063007720" sldId="260"/>
            <ac:spMk id="40" creationId="{B4878FE6-FA8F-15D5-F9B4-FAEF921B7A28}"/>
          </ac:spMkLst>
        </pc:spChg>
        <pc:spChg chg="mod topLvl">
          <ac:chgData name="Amouzou, Komi Mekaeli" userId="020e202c-3c4c-4e52-9bfa-205f5f67fc05" providerId="ADAL" clId="{DFF75377-3DF0-4A60-90BA-EBCBE8F9083E}" dt="2026-01-30T11:11:32.762" v="5089" actId="165"/>
          <ac:spMkLst>
            <pc:docMk/>
            <pc:sldMk cId="2063007720" sldId="260"/>
            <ac:spMk id="55" creationId="{E63BCD74-4A58-A5A1-E6E5-3D16B9D2A40A}"/>
          </ac:spMkLst>
        </pc:spChg>
        <pc:spChg chg="mod topLvl">
          <ac:chgData name="Amouzou, Komi Mekaeli" userId="020e202c-3c4c-4e52-9bfa-205f5f67fc05" providerId="ADAL" clId="{DFF75377-3DF0-4A60-90BA-EBCBE8F9083E}" dt="2026-01-30T09:43:38.033" v="5000" actId="122"/>
          <ac:spMkLst>
            <pc:docMk/>
            <pc:sldMk cId="2063007720" sldId="260"/>
            <ac:spMk id="56" creationId="{337E5680-6A55-4B40-A156-736FCAB323AD}"/>
          </ac:spMkLst>
        </pc:spChg>
        <pc:spChg chg="mod topLvl">
          <ac:chgData name="Amouzou, Komi Mekaeli" userId="020e202c-3c4c-4e52-9bfa-205f5f67fc05" providerId="ADAL" clId="{DFF75377-3DF0-4A60-90BA-EBCBE8F9083E}" dt="2026-01-30T11:05:38.143" v="5083" actId="13926"/>
          <ac:spMkLst>
            <pc:docMk/>
            <pc:sldMk cId="2063007720" sldId="260"/>
            <ac:spMk id="57" creationId="{43148B3D-D1E4-B429-7D5D-FA33F9AA5A71}"/>
          </ac:spMkLst>
        </pc:spChg>
        <pc:spChg chg="mod">
          <ac:chgData name="Amouzou, Komi Mekaeli" userId="020e202c-3c4c-4e52-9bfa-205f5f67fc05" providerId="ADAL" clId="{DFF75377-3DF0-4A60-90BA-EBCBE8F9083E}" dt="2026-01-30T11:11:53.358" v="5090" actId="165"/>
          <ac:spMkLst>
            <pc:docMk/>
            <pc:sldMk cId="2063007720" sldId="260"/>
            <ac:spMk id="60" creationId="{98293E4C-7B3F-9B46-EA14-9C19F78FB816}"/>
          </ac:spMkLst>
        </pc:spChg>
        <pc:spChg chg="mod">
          <ac:chgData name="Amouzou, Komi Mekaeli" userId="020e202c-3c4c-4e52-9bfa-205f5f67fc05" providerId="ADAL" clId="{DFF75377-3DF0-4A60-90BA-EBCBE8F9083E}" dt="2026-01-30T11:11:53.358" v="5090" actId="165"/>
          <ac:spMkLst>
            <pc:docMk/>
            <pc:sldMk cId="2063007720" sldId="260"/>
            <ac:spMk id="61" creationId="{E6454154-1205-57FB-04A2-E7AF2515A4DB}"/>
          </ac:spMkLst>
        </pc:spChg>
        <pc:spChg chg="mod">
          <ac:chgData name="Amouzou, Komi Mekaeli" userId="020e202c-3c4c-4e52-9bfa-205f5f67fc05" providerId="ADAL" clId="{DFF75377-3DF0-4A60-90BA-EBCBE8F9083E}" dt="2026-01-30T11:11:53.358" v="5090" actId="165"/>
          <ac:spMkLst>
            <pc:docMk/>
            <pc:sldMk cId="2063007720" sldId="260"/>
            <ac:spMk id="62" creationId="{04A21F31-9468-4EA8-8F49-E5A0B6604376}"/>
          </ac:spMkLst>
        </pc:spChg>
        <pc:spChg chg="mod">
          <ac:chgData name="Amouzou, Komi Mekaeli" userId="020e202c-3c4c-4e52-9bfa-205f5f67fc05" providerId="ADAL" clId="{DFF75377-3DF0-4A60-90BA-EBCBE8F9083E}" dt="2026-01-30T11:11:53.358" v="5090" actId="165"/>
          <ac:spMkLst>
            <pc:docMk/>
            <pc:sldMk cId="2063007720" sldId="260"/>
            <ac:spMk id="67" creationId="{8F03E777-5262-B4E9-A1D7-09E16B1315CE}"/>
          </ac:spMkLst>
        </pc:spChg>
        <pc:spChg chg="mod">
          <ac:chgData name="Amouzou, Komi Mekaeli" userId="020e202c-3c4c-4e52-9bfa-205f5f67fc05" providerId="ADAL" clId="{DFF75377-3DF0-4A60-90BA-EBCBE8F9083E}" dt="2026-01-30T11:11:53.358" v="5090" actId="165"/>
          <ac:spMkLst>
            <pc:docMk/>
            <pc:sldMk cId="2063007720" sldId="260"/>
            <ac:spMk id="68" creationId="{B68723EF-AAED-214B-ED26-44D7E2544340}"/>
          </ac:spMkLst>
        </pc:spChg>
        <pc:spChg chg="mod">
          <ac:chgData name="Amouzou, Komi Mekaeli" userId="020e202c-3c4c-4e52-9bfa-205f5f67fc05" providerId="ADAL" clId="{DFF75377-3DF0-4A60-90BA-EBCBE8F9083E}" dt="2026-01-30T11:11:53.358" v="5090" actId="165"/>
          <ac:spMkLst>
            <pc:docMk/>
            <pc:sldMk cId="2063007720" sldId="260"/>
            <ac:spMk id="69" creationId="{F01A0AEA-B8E1-2858-05A8-7F001464A713}"/>
          </ac:spMkLst>
        </pc:spChg>
        <pc:spChg chg="mod">
          <ac:chgData name="Amouzou, Komi Mekaeli" userId="020e202c-3c4c-4e52-9bfa-205f5f67fc05" providerId="ADAL" clId="{DFF75377-3DF0-4A60-90BA-EBCBE8F9083E}" dt="2026-01-30T11:11:53.358" v="5090" actId="165"/>
          <ac:spMkLst>
            <pc:docMk/>
            <pc:sldMk cId="2063007720" sldId="260"/>
            <ac:spMk id="77" creationId="{C1361F2E-C3CF-EDE3-40CE-60B3CA71FC63}"/>
          </ac:spMkLst>
        </pc:spChg>
        <pc:spChg chg="mod">
          <ac:chgData name="Amouzou, Komi Mekaeli" userId="020e202c-3c4c-4e52-9bfa-205f5f67fc05" providerId="ADAL" clId="{DFF75377-3DF0-4A60-90BA-EBCBE8F9083E}" dt="2026-01-30T11:11:53.358" v="5090" actId="165"/>
          <ac:spMkLst>
            <pc:docMk/>
            <pc:sldMk cId="2063007720" sldId="260"/>
            <ac:spMk id="78" creationId="{624CED77-8724-FC07-5A6A-A4A26E7B344E}"/>
          </ac:spMkLst>
        </pc:spChg>
        <pc:spChg chg="mod">
          <ac:chgData name="Amouzou, Komi Mekaeli" userId="020e202c-3c4c-4e52-9bfa-205f5f67fc05" providerId="ADAL" clId="{DFF75377-3DF0-4A60-90BA-EBCBE8F9083E}" dt="2026-01-30T11:11:53.358" v="5090" actId="165"/>
          <ac:spMkLst>
            <pc:docMk/>
            <pc:sldMk cId="2063007720" sldId="260"/>
            <ac:spMk id="79" creationId="{F3492BC5-37B0-2C9E-74BB-9D1B167A0F10}"/>
          </ac:spMkLst>
        </pc:spChg>
        <pc:spChg chg="mod topLvl">
          <ac:chgData name="Amouzou, Komi Mekaeli" userId="020e202c-3c4c-4e52-9bfa-205f5f67fc05" providerId="ADAL" clId="{DFF75377-3DF0-4A60-90BA-EBCBE8F9083E}" dt="2026-01-30T11:25:59.136" v="5336" actId="1076"/>
          <ac:spMkLst>
            <pc:docMk/>
            <pc:sldMk cId="2063007720" sldId="260"/>
            <ac:spMk id="83" creationId="{5145A132-6590-7866-2A0E-5801F306D6A1}"/>
          </ac:spMkLst>
        </pc:spChg>
        <pc:spChg chg="del">
          <ac:chgData name="Amouzou, Komi Mekaeli" userId="020e202c-3c4c-4e52-9bfa-205f5f67fc05" providerId="ADAL" clId="{DFF75377-3DF0-4A60-90BA-EBCBE8F9083E}" dt="2026-01-29T07:53:00.157" v="4253" actId="478"/>
          <ac:spMkLst>
            <pc:docMk/>
            <pc:sldMk cId="2063007720" sldId="260"/>
            <ac:spMk id="85" creationId="{948D9C4E-0FE0-3F09-0F41-FABA411970F4}"/>
          </ac:spMkLst>
        </pc:spChg>
        <pc:spChg chg="mod">
          <ac:chgData name="Amouzou, Komi Mekaeli" userId="020e202c-3c4c-4e52-9bfa-205f5f67fc05" providerId="ADAL" clId="{DFF75377-3DF0-4A60-90BA-EBCBE8F9083E}" dt="2026-01-30T15:39:58.367" v="5369" actId="20577"/>
          <ac:spMkLst>
            <pc:docMk/>
            <pc:sldMk cId="2063007720" sldId="260"/>
            <ac:spMk id="112" creationId="{667C4828-9D22-3162-838B-1819258A9DD7}"/>
          </ac:spMkLst>
        </pc:spChg>
        <pc:grpChg chg="add del mod">
          <ac:chgData name="Amouzou, Komi Mekaeli" userId="020e202c-3c4c-4e52-9bfa-205f5f67fc05" providerId="ADAL" clId="{DFF75377-3DF0-4A60-90BA-EBCBE8F9083E}" dt="2026-01-30T03:16:51.007" v="4659" actId="478"/>
          <ac:grpSpMkLst>
            <pc:docMk/>
            <pc:sldMk cId="2063007720" sldId="260"/>
            <ac:grpSpMk id="4" creationId="{2D3254DA-A509-C617-9764-822975333F3E}"/>
          </ac:grpSpMkLst>
        </pc:grpChg>
        <pc:grpChg chg="add mod">
          <ac:chgData name="Amouzou, Komi Mekaeli" userId="020e202c-3c4c-4e52-9bfa-205f5f67fc05" providerId="ADAL" clId="{DFF75377-3DF0-4A60-90BA-EBCBE8F9083E}" dt="2026-01-30T09:43:24.186" v="4994" actId="164"/>
          <ac:grpSpMkLst>
            <pc:docMk/>
            <pc:sldMk cId="2063007720" sldId="260"/>
            <ac:grpSpMk id="4" creationId="{FE037644-149E-6269-6900-A1DB3CED4219}"/>
          </ac:grpSpMkLst>
        </pc:grpChg>
        <pc:grpChg chg="add mod">
          <ac:chgData name="Amouzou, Komi Mekaeli" userId="020e202c-3c4c-4e52-9bfa-205f5f67fc05" providerId="ADAL" clId="{DFF75377-3DF0-4A60-90BA-EBCBE8F9083E}" dt="2026-01-30T09:13:05.950" v="4730" actId="164"/>
          <ac:grpSpMkLst>
            <pc:docMk/>
            <pc:sldMk cId="2063007720" sldId="260"/>
            <ac:grpSpMk id="5" creationId="{F2C3A914-02AC-9F8B-5053-F2BFB1E615FF}"/>
          </ac:grpSpMkLst>
        </pc:grpChg>
        <pc:grpChg chg="add del mod">
          <ac:chgData name="Amouzou, Komi Mekaeli" userId="020e202c-3c4c-4e52-9bfa-205f5f67fc05" providerId="ADAL" clId="{DFF75377-3DF0-4A60-90BA-EBCBE8F9083E}" dt="2026-01-30T11:21:14.130" v="5322" actId="1036"/>
          <ac:grpSpMkLst>
            <pc:docMk/>
            <pc:sldMk cId="2063007720" sldId="260"/>
            <ac:grpSpMk id="8" creationId="{1966FFE8-0F64-2C5C-CB24-86BE3421DEBB}"/>
          </ac:grpSpMkLst>
        </pc:grpChg>
        <pc:grpChg chg="del mod">
          <ac:chgData name="Amouzou, Komi Mekaeli" userId="020e202c-3c4c-4e52-9bfa-205f5f67fc05" providerId="ADAL" clId="{DFF75377-3DF0-4A60-90BA-EBCBE8F9083E}" dt="2026-01-30T09:16:44.452" v="4805" actId="165"/>
          <ac:grpSpMkLst>
            <pc:docMk/>
            <pc:sldMk cId="2063007720" sldId="260"/>
            <ac:grpSpMk id="15" creationId="{669C97E8-8522-F0E4-F3DD-9DB38DF62C08}"/>
          </ac:grpSpMkLst>
        </pc:grpChg>
        <pc:grpChg chg="add del mod">
          <ac:chgData name="Amouzou, Komi Mekaeli" userId="020e202c-3c4c-4e52-9bfa-205f5f67fc05" providerId="ADAL" clId="{DFF75377-3DF0-4A60-90BA-EBCBE8F9083E}" dt="2026-01-30T09:41:31.907" v="4940" actId="1035"/>
          <ac:grpSpMkLst>
            <pc:docMk/>
            <pc:sldMk cId="2063007720" sldId="260"/>
            <ac:grpSpMk id="17" creationId="{6B7B73BB-3B08-CBDD-CC50-42F0885C5FF3}"/>
          </ac:grpSpMkLst>
        </pc:grpChg>
        <pc:grpChg chg="add mod">
          <ac:chgData name="Amouzou, Komi Mekaeli" userId="020e202c-3c4c-4e52-9bfa-205f5f67fc05" providerId="ADAL" clId="{DFF75377-3DF0-4A60-90BA-EBCBE8F9083E}" dt="2026-01-30T11:12:05.782" v="5130" actId="1035"/>
          <ac:grpSpMkLst>
            <pc:docMk/>
            <pc:sldMk cId="2063007720" sldId="260"/>
            <ac:grpSpMk id="18" creationId="{58382986-69F2-574C-594E-E42943E706D8}"/>
          </ac:grpSpMkLst>
        </pc:grpChg>
        <pc:grpChg chg="add mod">
          <ac:chgData name="Amouzou, Komi Mekaeli" userId="020e202c-3c4c-4e52-9bfa-205f5f67fc05" providerId="ADAL" clId="{DFF75377-3DF0-4A60-90BA-EBCBE8F9083E}" dt="2026-01-30T09:44:09.527" v="5042" actId="164"/>
          <ac:grpSpMkLst>
            <pc:docMk/>
            <pc:sldMk cId="2063007720" sldId="260"/>
            <ac:grpSpMk id="19" creationId="{9D3EFD95-8599-66CB-2948-B20E5A70335B}"/>
          </ac:grpSpMkLst>
        </pc:grpChg>
        <pc:grpChg chg="add mod">
          <ac:chgData name="Amouzou, Komi Mekaeli" userId="020e202c-3c4c-4e52-9bfa-205f5f67fc05" providerId="ADAL" clId="{DFF75377-3DF0-4A60-90BA-EBCBE8F9083E}" dt="2026-01-30T11:05:02.062" v="5080" actId="1036"/>
          <ac:grpSpMkLst>
            <pc:docMk/>
            <pc:sldMk cId="2063007720" sldId="260"/>
            <ac:grpSpMk id="20" creationId="{C0B341A4-C650-88D6-43C3-205D1C6110E5}"/>
          </ac:grpSpMkLst>
        </pc:grpChg>
        <pc:grpChg chg="del mod">
          <ac:chgData name="Amouzou, Komi Mekaeli" userId="020e202c-3c4c-4e52-9bfa-205f5f67fc05" providerId="ADAL" clId="{DFF75377-3DF0-4A60-90BA-EBCBE8F9083E}" dt="2026-01-29T07:30:49.512" v="3999" actId="478"/>
          <ac:grpSpMkLst>
            <pc:docMk/>
            <pc:sldMk cId="2063007720" sldId="260"/>
            <ac:grpSpMk id="22" creationId="{BA92F0AB-BBDC-25FE-7BDC-DB642D07F3FE}"/>
          </ac:grpSpMkLst>
        </pc:grpChg>
        <pc:grpChg chg="add mod">
          <ac:chgData name="Amouzou, Komi Mekaeli" userId="020e202c-3c4c-4e52-9bfa-205f5f67fc05" providerId="ADAL" clId="{DFF75377-3DF0-4A60-90BA-EBCBE8F9083E}" dt="2026-01-30T09:13:05.950" v="4730" actId="164"/>
          <ac:grpSpMkLst>
            <pc:docMk/>
            <pc:sldMk cId="2063007720" sldId="260"/>
            <ac:grpSpMk id="32" creationId="{9B641BC4-4EF7-3E10-70EE-685342A9EC24}"/>
          </ac:grpSpMkLst>
        </pc:grpChg>
        <pc:grpChg chg="add mod">
          <ac:chgData name="Amouzou, Komi Mekaeli" userId="020e202c-3c4c-4e52-9bfa-205f5f67fc05" providerId="ADAL" clId="{DFF75377-3DF0-4A60-90BA-EBCBE8F9083E}" dt="2026-01-29T07:36:17.265" v="4033" actId="571"/>
          <ac:grpSpMkLst>
            <pc:docMk/>
            <pc:sldMk cId="2063007720" sldId="260"/>
            <ac:grpSpMk id="37" creationId="{399AEE78-5615-7541-93FC-4C16FE43051D}"/>
          </ac:grpSpMkLst>
        </pc:grpChg>
        <pc:grpChg chg="del mod">
          <ac:chgData name="Amouzou, Komi Mekaeli" userId="020e202c-3c4c-4e52-9bfa-205f5f67fc05" providerId="ADAL" clId="{DFF75377-3DF0-4A60-90BA-EBCBE8F9083E}" dt="2026-01-30T09:13:26.803" v="4732" actId="165"/>
          <ac:grpSpMkLst>
            <pc:docMk/>
            <pc:sldMk cId="2063007720" sldId="260"/>
            <ac:grpSpMk id="54" creationId="{CD80BCC5-CD4A-8B27-ED50-3237B7BBEC4D}"/>
          </ac:grpSpMkLst>
        </pc:grpChg>
        <pc:grpChg chg="mod">
          <ac:chgData name="Amouzou, Komi Mekaeli" userId="020e202c-3c4c-4e52-9bfa-205f5f67fc05" providerId="ADAL" clId="{DFF75377-3DF0-4A60-90BA-EBCBE8F9083E}" dt="2026-01-30T11:12:41.831" v="5223" actId="1076"/>
          <ac:grpSpMkLst>
            <pc:docMk/>
            <pc:sldMk cId="2063007720" sldId="260"/>
            <ac:grpSpMk id="59" creationId="{B1484534-62A0-F7C9-3EBE-059F585CAD8A}"/>
          </ac:grpSpMkLst>
        </pc:grpChg>
        <pc:grpChg chg="mod topLvl">
          <ac:chgData name="Amouzou, Komi Mekaeli" userId="020e202c-3c4c-4e52-9bfa-205f5f67fc05" providerId="ADAL" clId="{DFF75377-3DF0-4A60-90BA-EBCBE8F9083E}" dt="2026-01-30T11:13:05.781" v="5228" actId="1038"/>
          <ac:grpSpMkLst>
            <pc:docMk/>
            <pc:sldMk cId="2063007720" sldId="260"/>
            <ac:grpSpMk id="66" creationId="{D4DDEDEA-2789-7F8E-AE1D-12F97A8B6A4D}"/>
          </ac:grpSpMkLst>
        </pc:grpChg>
        <pc:grpChg chg="mod">
          <ac:chgData name="Amouzou, Komi Mekaeli" userId="020e202c-3c4c-4e52-9bfa-205f5f67fc05" providerId="ADAL" clId="{DFF75377-3DF0-4A60-90BA-EBCBE8F9083E}" dt="2026-01-30T11:13:05.781" v="5228" actId="1038"/>
          <ac:grpSpMkLst>
            <pc:docMk/>
            <pc:sldMk cId="2063007720" sldId="260"/>
            <ac:grpSpMk id="87" creationId="{0F4C3AF3-F8AA-357C-465D-14D9F75901F6}"/>
          </ac:grpSpMkLst>
        </pc:grpChg>
        <pc:cxnChg chg="del mod">
          <ac:chgData name="Amouzou, Komi Mekaeli" userId="020e202c-3c4c-4e52-9bfa-205f5f67fc05" providerId="ADAL" clId="{DFF75377-3DF0-4A60-90BA-EBCBE8F9083E}" dt="2026-01-29T07:46:26.523" v="4144" actId="478"/>
          <ac:cxnSpMkLst>
            <pc:docMk/>
            <pc:sldMk cId="2063007720" sldId="260"/>
            <ac:cxnSpMk id="8" creationId="{89C6349B-7EE9-2FF2-1D21-048458FC4F4E}"/>
          </ac:cxnSpMkLst>
        </pc:cxnChg>
        <pc:cxnChg chg="add del mod">
          <ac:chgData name="Amouzou, Komi Mekaeli" userId="020e202c-3c4c-4e52-9bfa-205f5f67fc05" providerId="ADAL" clId="{DFF75377-3DF0-4A60-90BA-EBCBE8F9083E}" dt="2026-01-29T07:45:47.190" v="4134" actId="478"/>
          <ac:cxnSpMkLst>
            <pc:docMk/>
            <pc:sldMk cId="2063007720" sldId="260"/>
            <ac:cxnSpMk id="17" creationId="{40193A97-04D4-5D5E-3E44-6348A08647E7}"/>
          </ac:cxnSpMkLst>
        </pc:cxnChg>
        <pc:cxnChg chg="del mod">
          <ac:chgData name="Amouzou, Komi Mekaeli" userId="020e202c-3c4c-4e52-9bfa-205f5f67fc05" providerId="ADAL" clId="{DFF75377-3DF0-4A60-90BA-EBCBE8F9083E}" dt="2026-01-29T07:45:34.226" v="4132" actId="478"/>
          <ac:cxnSpMkLst>
            <pc:docMk/>
            <pc:sldMk cId="2063007720" sldId="260"/>
            <ac:cxnSpMk id="18" creationId="{7BE1E999-77A6-37BC-37D1-AC56BB2DB477}"/>
          </ac:cxnSpMkLst>
        </pc:cxnChg>
        <pc:cxnChg chg="add del mod">
          <ac:chgData name="Amouzou, Komi Mekaeli" userId="020e202c-3c4c-4e52-9bfa-205f5f67fc05" providerId="ADAL" clId="{DFF75377-3DF0-4A60-90BA-EBCBE8F9083E}" dt="2026-01-29T07:45:32.452" v="4131" actId="478"/>
          <ac:cxnSpMkLst>
            <pc:docMk/>
            <pc:sldMk cId="2063007720" sldId="260"/>
            <ac:cxnSpMk id="19" creationId="{566C0342-65FB-304E-5D18-19A1D2EEFA26}"/>
          </ac:cxnSpMkLst>
        </pc:cxnChg>
        <pc:cxnChg chg="del mod">
          <ac:chgData name="Amouzou, Komi Mekaeli" userId="020e202c-3c4c-4e52-9bfa-205f5f67fc05" providerId="ADAL" clId="{DFF75377-3DF0-4A60-90BA-EBCBE8F9083E}" dt="2026-01-29T07:45:49.402" v="4135" actId="478"/>
          <ac:cxnSpMkLst>
            <pc:docMk/>
            <pc:sldMk cId="2063007720" sldId="260"/>
            <ac:cxnSpMk id="26" creationId="{97957AD8-4728-A267-F997-052FA84830F4}"/>
          </ac:cxnSpMkLst>
        </pc:cxnChg>
        <pc:cxnChg chg="add del mod">
          <ac:chgData name="Amouzou, Komi Mekaeli" userId="020e202c-3c4c-4e52-9bfa-205f5f67fc05" providerId="ADAL" clId="{DFF75377-3DF0-4A60-90BA-EBCBE8F9083E}" dt="2026-01-29T19:59:57.307" v="4463" actId="478"/>
          <ac:cxnSpMkLst>
            <pc:docMk/>
            <pc:sldMk cId="2063007720" sldId="260"/>
            <ac:cxnSpMk id="28" creationId="{AB13D059-CA2B-8A1B-B63A-4EA1DFBE46D3}"/>
          </ac:cxnSpMkLst>
        </pc:cxnChg>
        <pc:cxnChg chg="add mod">
          <ac:chgData name="Amouzou, Komi Mekaeli" userId="020e202c-3c4c-4e52-9bfa-205f5f67fc05" providerId="ADAL" clId="{DFF75377-3DF0-4A60-90BA-EBCBE8F9083E}" dt="2026-01-29T07:36:17.265" v="4033" actId="571"/>
          <ac:cxnSpMkLst>
            <pc:docMk/>
            <pc:sldMk cId="2063007720" sldId="260"/>
            <ac:cxnSpMk id="36" creationId="{75630E0A-0F83-B797-8902-904F921A8685}"/>
          </ac:cxnSpMkLst>
        </pc:cxnChg>
        <pc:cxnChg chg="add mod">
          <ac:chgData name="Amouzou, Komi Mekaeli" userId="020e202c-3c4c-4e52-9bfa-205f5f67fc05" providerId="ADAL" clId="{DFF75377-3DF0-4A60-90BA-EBCBE8F9083E}" dt="2026-01-30T09:13:05.950" v="4730" actId="164"/>
          <ac:cxnSpMkLst>
            <pc:docMk/>
            <pc:sldMk cId="2063007720" sldId="260"/>
            <ac:cxnSpMk id="41" creationId="{B38145F3-CD39-7713-8567-82C40400CFD3}"/>
          </ac:cxnSpMkLst>
        </pc:cxnChg>
        <pc:cxnChg chg="add mod">
          <ac:chgData name="Amouzou, Komi Mekaeli" userId="020e202c-3c4c-4e52-9bfa-205f5f67fc05" providerId="ADAL" clId="{DFF75377-3DF0-4A60-90BA-EBCBE8F9083E}" dt="2026-01-30T09:13:05.950" v="4730" actId="164"/>
          <ac:cxnSpMkLst>
            <pc:docMk/>
            <pc:sldMk cId="2063007720" sldId="260"/>
            <ac:cxnSpMk id="42" creationId="{6823BC94-D746-64ED-1305-B7EA8718E795}"/>
          </ac:cxnSpMkLst>
        </pc:cxnChg>
        <pc:cxnChg chg="add mod">
          <ac:chgData name="Amouzou, Komi Mekaeli" userId="020e202c-3c4c-4e52-9bfa-205f5f67fc05" providerId="ADAL" clId="{DFF75377-3DF0-4A60-90BA-EBCBE8F9083E}" dt="2026-01-30T11:13:05.781" v="5228" actId="1038"/>
          <ac:cxnSpMkLst>
            <pc:docMk/>
            <pc:sldMk cId="2063007720" sldId="260"/>
            <ac:cxnSpMk id="43" creationId="{5FDF7EF2-1E05-5AA0-446E-C309FB20EB49}"/>
          </ac:cxnSpMkLst>
        </pc:cxnChg>
        <pc:cxnChg chg="add mod">
          <ac:chgData name="Amouzou, Komi Mekaeli" userId="020e202c-3c4c-4e52-9bfa-205f5f67fc05" providerId="ADAL" clId="{DFF75377-3DF0-4A60-90BA-EBCBE8F9083E}" dt="2026-01-30T11:12:50.217" v="5224" actId="1076"/>
          <ac:cxnSpMkLst>
            <pc:docMk/>
            <pc:sldMk cId="2063007720" sldId="260"/>
            <ac:cxnSpMk id="44" creationId="{157E77A1-0C8E-0729-770A-10BC85B19DA7}"/>
          </ac:cxnSpMkLst>
        </pc:cxnChg>
        <pc:cxnChg chg="add del mod">
          <ac:chgData name="Amouzou, Komi Mekaeli" userId="020e202c-3c4c-4e52-9bfa-205f5f67fc05" providerId="ADAL" clId="{DFF75377-3DF0-4A60-90BA-EBCBE8F9083E}" dt="2026-01-29T07:48:27.363" v="4161" actId="478"/>
          <ac:cxnSpMkLst>
            <pc:docMk/>
            <pc:sldMk cId="2063007720" sldId="260"/>
            <ac:cxnSpMk id="45" creationId="{002DCF8D-CB58-D049-7840-1560A0CC6E27}"/>
          </ac:cxnSpMkLst>
        </pc:cxnChg>
        <pc:cxnChg chg="add mod">
          <ac:chgData name="Amouzou, Komi Mekaeli" userId="020e202c-3c4c-4e52-9bfa-205f5f67fc05" providerId="ADAL" clId="{DFF75377-3DF0-4A60-90BA-EBCBE8F9083E}" dt="2026-01-29T07:47:31.255" v="4151" actId="571"/>
          <ac:cxnSpMkLst>
            <pc:docMk/>
            <pc:sldMk cId="2063007720" sldId="260"/>
            <ac:cxnSpMk id="46" creationId="{97203FCD-3F67-EBA3-ABA8-63FF278315E0}"/>
          </ac:cxnSpMkLst>
        </pc:cxnChg>
        <pc:cxnChg chg="add mod">
          <ac:chgData name="Amouzou, Komi Mekaeli" userId="020e202c-3c4c-4e52-9bfa-205f5f67fc05" providerId="ADAL" clId="{DFF75377-3DF0-4A60-90BA-EBCBE8F9083E}" dt="2026-01-29T07:47:31.255" v="4151" actId="571"/>
          <ac:cxnSpMkLst>
            <pc:docMk/>
            <pc:sldMk cId="2063007720" sldId="260"/>
            <ac:cxnSpMk id="47" creationId="{035796DA-0FF6-BBCC-03D5-A2F0E764FC07}"/>
          </ac:cxnSpMkLst>
        </pc:cxnChg>
        <pc:cxnChg chg="mod">
          <ac:chgData name="Amouzou, Komi Mekaeli" userId="020e202c-3c4c-4e52-9bfa-205f5f67fc05" providerId="ADAL" clId="{DFF75377-3DF0-4A60-90BA-EBCBE8F9083E}" dt="2026-01-30T09:17:15.765" v="4807" actId="164"/>
          <ac:cxnSpMkLst>
            <pc:docMk/>
            <pc:sldMk cId="2063007720" sldId="260"/>
            <ac:cxnSpMk id="51" creationId="{969E8B34-8119-4CDD-92DC-9981BCD9D12C}"/>
          </ac:cxnSpMkLst>
        </pc:cxnChg>
        <pc:cxnChg chg="mod">
          <ac:chgData name="Amouzou, Komi Mekaeli" userId="020e202c-3c4c-4e52-9bfa-205f5f67fc05" providerId="ADAL" clId="{DFF75377-3DF0-4A60-90BA-EBCBE8F9083E}" dt="2026-01-30T09:14:42.555" v="4738" actId="164"/>
          <ac:cxnSpMkLst>
            <pc:docMk/>
            <pc:sldMk cId="2063007720" sldId="260"/>
            <ac:cxnSpMk id="58" creationId="{AA7F4B58-7D72-BF37-7327-4E66FDD2DCDB}"/>
          </ac:cxnSpMkLst>
        </pc:cxnChg>
        <pc:cxnChg chg="del mod">
          <ac:chgData name="Amouzou, Komi Mekaeli" userId="020e202c-3c4c-4e52-9bfa-205f5f67fc05" providerId="ADAL" clId="{DFF75377-3DF0-4A60-90BA-EBCBE8F9083E}" dt="2026-01-29T07:46:25.218" v="4143" actId="478"/>
          <ac:cxnSpMkLst>
            <pc:docMk/>
            <pc:sldMk cId="2063007720" sldId="260"/>
            <ac:cxnSpMk id="64" creationId="{2DE9D9E6-97ED-268B-3EA4-D17FAF92FD7D}"/>
          </ac:cxnSpMkLst>
        </pc:cxnChg>
        <pc:cxnChg chg="del mod">
          <ac:chgData name="Amouzou, Komi Mekaeli" userId="020e202c-3c4c-4e52-9bfa-205f5f67fc05" providerId="ADAL" clId="{DFF75377-3DF0-4A60-90BA-EBCBE8F9083E}" dt="2026-01-29T07:30:24.967" v="3998" actId="478"/>
          <ac:cxnSpMkLst>
            <pc:docMk/>
            <pc:sldMk cId="2063007720" sldId="260"/>
            <ac:cxnSpMk id="71" creationId="{375E43DA-2E92-142C-9B2F-E9DFB3630A11}"/>
          </ac:cxnSpMkLst>
        </pc:cxnChg>
        <pc:cxnChg chg="mod">
          <ac:chgData name="Amouzou, Komi Mekaeli" userId="020e202c-3c4c-4e52-9bfa-205f5f67fc05" providerId="ADAL" clId="{DFF75377-3DF0-4A60-90BA-EBCBE8F9083E}" dt="2026-01-30T11:13:13.581" v="5239" actId="1038"/>
          <ac:cxnSpMkLst>
            <pc:docMk/>
            <pc:sldMk cId="2063007720" sldId="260"/>
            <ac:cxnSpMk id="80" creationId="{8D6AA715-FF6C-18B1-57A5-F91B93981C7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49983D-1A76-AC15-D254-65AFEA380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7AA0F5-6CA2-9F31-0EEA-50760BEE7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13DED1-8A26-92B0-3D93-AC897102B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C092FA-935A-7E0E-1732-90A36480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57CEF5-90F3-5B46-15AC-6AEC8AE47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0814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6C883E-A1F0-D05B-BED8-83C1A0373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759A5F-6D83-C7B9-6AA7-D63649DE6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65BA1A-F262-4D6E-F4F2-CFCD7E6AD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D0C174-88B1-DB21-477D-C41316751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E904BC-6DED-EFF4-61E5-2F462A67F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722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72B708-4DD1-E2C1-1AE2-0802313BD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E535B41-D1C5-D2D5-9C12-4A67BEC40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9C594D-FB9C-1E83-3D51-6788B66FB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E02B4C-1E84-7026-4ED6-9C5F78C2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0497A2-32B8-761B-59B1-805EBE794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2097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79D2A7-04B3-D308-BB51-4970533EE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929EB1-19AD-ED4D-858B-0A76C4884D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AEC16D3-09E9-B4BA-AC4D-8F83E12E2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900884-D0E4-B460-F8DB-F4C91472E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F32947-D8D0-3E20-D0A9-6C5CA8496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2562D1-568C-7028-8016-2961F4C76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2844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336D4A-5B7A-B92D-74E4-2F574A0CF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AF58D2-1BCB-2B6F-DC10-22A278D84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495F090-874A-D856-A74D-005A2F73C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527CB15-6B45-41D6-C62F-68C241162F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8B46066-DB89-4225-D6A7-C89627DE48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1CBFD51-FB16-07CD-240D-21B7EAEBD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8A971E1-9AE2-5E45-117E-14283ADFC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7CDA95B-CE44-9BEA-6A87-1CDAD448D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25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708B98-DFE1-8775-1839-D5A079181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AC6D635-F77C-A685-4919-C2B2A11D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8BA2CA6-7311-231A-6313-373588411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0608ACA-65E9-DBBA-13C4-54D2F4E5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043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CE720FF-BA73-F9E5-E443-AC81B5826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D072B3-DEAA-9FA1-D021-9C513FA6F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12C5D8-46C1-27B5-4CA6-9DA940371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680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6F0766-355F-95DC-5498-9DB198828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B5973E-96D5-9D86-662E-60ED07803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3154F0-C8E1-17D9-A32B-E12CB5A13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3839A93-7370-D8C4-3327-59F2B8CDC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31DC45-7865-18BE-E515-AB21983CC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7879AC-A195-F4BA-3FFF-D89B67EE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781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C454D-3AFA-1BD4-E20A-63D64B8D0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113CCEE-F8C3-C11D-12BA-465191D2D8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6CACAD0-EA17-72E7-EAE1-51950C3BF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921631B-41DE-2637-1EF8-FE9E4EAE1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EFE2992-F7AA-8B51-13E5-6DBFF7B5B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361C8B-FEA9-3D88-E40B-33AFF32F1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7260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292CFA-CDB5-65FE-C995-B66308EA0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C882260-F4BE-E5E9-4985-F85BF8DF3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6A44BD-2D4B-E4FB-03D7-831D4D2F2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9DF08F-9EB3-DD11-1D7D-764217E38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B4CC17-9962-26C2-3F47-6719A4A7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6880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BB80FAF-4F27-E620-295F-5D526CB9AE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3A0368F-2514-4D2F-40D5-D3A91485F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976686-6C99-27BD-E8A2-6099644C4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9A3D93-D22B-1471-EF31-94D40A570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00B55C-3A30-2568-721B-ADBFE518C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7636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ED2D10C-5EB1-8060-5023-3984919B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095D1D9-46ED-3BC2-A213-634C044A0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B96719-6032-03DC-6E23-8091C33E4A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05856-D372-4018-954A-406ED84378D1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0B898E-5EC2-BBEC-9B35-0A65D32B3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2B8551-265E-9D82-99F0-A650F0688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6649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26" Type="http://schemas.openxmlformats.org/officeDocument/2006/relationships/image" Target="../media/image17.png"/><Relationship Id="rId21" Type="http://schemas.openxmlformats.org/officeDocument/2006/relationships/image" Target="../media/image12.png"/><Relationship Id="rId12" Type="http://schemas.openxmlformats.org/officeDocument/2006/relationships/image" Target="../media/image11.png"/><Relationship Id="rId17" Type="http://schemas.openxmlformats.org/officeDocument/2006/relationships/image" Target="../media/image5.png"/><Relationship Id="rId25" Type="http://schemas.openxmlformats.org/officeDocument/2006/relationships/image" Target="../media/image16.png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0.png"/><Relationship Id="rId24" Type="http://schemas.openxmlformats.org/officeDocument/2006/relationships/image" Target="../media/image15.png"/><Relationship Id="rId15" Type="http://schemas.openxmlformats.org/officeDocument/2006/relationships/image" Target="../media/image3.png"/><Relationship Id="rId23" Type="http://schemas.openxmlformats.org/officeDocument/2006/relationships/image" Target="../media/image14.png"/><Relationship Id="rId28" Type="http://schemas.openxmlformats.org/officeDocument/2006/relationships/image" Target="../media/image19.png"/><Relationship Id="rId10" Type="http://schemas.openxmlformats.org/officeDocument/2006/relationships/image" Target="../media/image9.png"/><Relationship Id="rId19" Type="http://schemas.openxmlformats.org/officeDocument/2006/relationships/image" Target="../media/image7.png"/><Relationship Id="rId14" Type="http://schemas.openxmlformats.org/officeDocument/2006/relationships/image" Target="../media/image2.png"/><Relationship Id="rId22" Type="http://schemas.openxmlformats.org/officeDocument/2006/relationships/image" Target="../media/image13.png"/><Relationship Id="rId27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e 109">
            <a:extLst>
              <a:ext uri="{FF2B5EF4-FFF2-40B4-BE49-F238E27FC236}">
                <a16:creationId xmlns:a16="http://schemas.microsoft.com/office/drawing/2014/main" id="{279B2805-3329-8558-F260-4BA7A51E4ED1}"/>
              </a:ext>
            </a:extLst>
          </p:cNvPr>
          <p:cNvGrpSpPr/>
          <p:nvPr/>
        </p:nvGrpSpPr>
        <p:grpSpPr>
          <a:xfrm>
            <a:off x="1808643" y="534510"/>
            <a:ext cx="4599554" cy="1026206"/>
            <a:chOff x="1544192" y="1257202"/>
            <a:chExt cx="4599554" cy="1026206"/>
          </a:xfrm>
        </p:grpSpPr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5D092BC9-7CE6-5812-DCEF-FCD3D8FF23A9}"/>
                </a:ext>
              </a:extLst>
            </p:cNvPr>
            <p:cNvGrpSpPr/>
            <p:nvPr/>
          </p:nvGrpSpPr>
          <p:grpSpPr>
            <a:xfrm>
              <a:off x="1544192" y="1257202"/>
              <a:ext cx="1511808" cy="276999"/>
              <a:chOff x="1423416" y="1031992"/>
              <a:chExt cx="1511808" cy="276999"/>
            </a:xfrm>
          </p:grpSpPr>
          <p:grpSp>
            <p:nvGrpSpPr>
              <p:cNvPr id="9" name="Groupe 8">
                <a:extLst>
                  <a:ext uri="{FF2B5EF4-FFF2-40B4-BE49-F238E27FC236}">
                    <a16:creationId xmlns:a16="http://schemas.microsoft.com/office/drawing/2014/main" id="{22A366A5-EA37-A374-BA27-6E627171440F}"/>
                  </a:ext>
                </a:extLst>
              </p:cNvPr>
              <p:cNvGrpSpPr/>
              <p:nvPr/>
            </p:nvGrpSpPr>
            <p:grpSpPr>
              <a:xfrm>
                <a:off x="1423416" y="1068002"/>
                <a:ext cx="195072" cy="204978"/>
                <a:chOff x="1563624" y="1419987"/>
                <a:chExt cx="195072" cy="204978"/>
              </a:xfrm>
            </p:grpSpPr>
            <p:sp>
              <p:nvSpPr>
                <p:cNvPr id="5" name="Organigramme : Connecteur 4">
                  <a:extLst>
                    <a:ext uri="{FF2B5EF4-FFF2-40B4-BE49-F238E27FC236}">
                      <a16:creationId xmlns:a16="http://schemas.microsoft.com/office/drawing/2014/main" id="{16877229-5236-F94D-6802-68A3ED4163D6}"/>
                    </a:ext>
                  </a:extLst>
                </p:cNvPr>
                <p:cNvSpPr/>
                <p:nvPr/>
              </p:nvSpPr>
              <p:spPr>
                <a:xfrm>
                  <a:off x="1601724" y="1463040"/>
                  <a:ext cx="118872" cy="118872"/>
                </a:xfrm>
                <a:prstGeom prst="flowChartConnector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" name="Organigramme : Connecteur 5">
                  <a:extLst>
                    <a:ext uri="{FF2B5EF4-FFF2-40B4-BE49-F238E27FC236}">
                      <a16:creationId xmlns:a16="http://schemas.microsoft.com/office/drawing/2014/main" id="{E2A2A6E0-4BA6-BE98-4F99-82B30099556F}"/>
                    </a:ext>
                  </a:extLst>
                </p:cNvPr>
                <p:cNvSpPr/>
                <p:nvPr/>
              </p:nvSpPr>
              <p:spPr>
                <a:xfrm>
                  <a:off x="1563624" y="1419987"/>
                  <a:ext cx="195072" cy="204978"/>
                </a:xfrm>
                <a:prstGeom prst="flowChartConnector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72AAE61F-AFAC-6166-ACD7-1CE11054C7C3}"/>
                  </a:ext>
                </a:extLst>
              </p:cNvPr>
              <p:cNvSpPr txBox="1"/>
              <p:nvPr/>
            </p:nvSpPr>
            <p:spPr>
              <a:xfrm>
                <a:off x="1656588" y="1031992"/>
                <a:ext cx="12786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1200" dirty="0"/>
                  <a:t>Généralisation</a:t>
                </a:r>
                <a:endParaRPr lang="fr-FR" sz="1200" dirty="0"/>
              </a:p>
            </p:txBody>
          </p:sp>
        </p:grpSp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4605A3E4-D4D4-9025-1A28-2C21EFA273B2}"/>
                </a:ext>
              </a:extLst>
            </p:cNvPr>
            <p:cNvGrpSpPr/>
            <p:nvPr/>
          </p:nvGrpSpPr>
          <p:grpSpPr>
            <a:xfrm>
              <a:off x="3073587" y="1257202"/>
              <a:ext cx="1526286" cy="276999"/>
              <a:chOff x="1853184" y="2358390"/>
              <a:chExt cx="1526286" cy="276999"/>
            </a:xfrm>
          </p:grpSpPr>
          <p:sp>
            <p:nvSpPr>
              <p:cNvPr id="8" name="Organigramme : Connecteur 7">
                <a:extLst>
                  <a:ext uri="{FF2B5EF4-FFF2-40B4-BE49-F238E27FC236}">
                    <a16:creationId xmlns:a16="http://schemas.microsoft.com/office/drawing/2014/main" id="{A2176E64-01CE-79E0-AAA0-54F51E09D9EA}"/>
                  </a:ext>
                </a:extLst>
              </p:cNvPr>
              <p:cNvSpPr/>
              <p:nvPr/>
            </p:nvSpPr>
            <p:spPr>
              <a:xfrm>
                <a:off x="1853184" y="2394400"/>
                <a:ext cx="195072" cy="204978"/>
              </a:xfrm>
              <a:prstGeom prst="flowChartConnector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2014B99A-9F44-EFB3-98AC-9E24FF4C6DA6}"/>
                  </a:ext>
                </a:extLst>
              </p:cNvPr>
              <p:cNvSpPr txBox="1"/>
              <p:nvPr/>
            </p:nvSpPr>
            <p:spPr>
              <a:xfrm>
                <a:off x="2100834" y="2358390"/>
                <a:ext cx="12786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1200" dirty="0"/>
                  <a:t>Validation</a:t>
                </a:r>
                <a:endParaRPr lang="fr-FR" sz="1200" dirty="0"/>
              </a:p>
            </p:txBody>
          </p:sp>
        </p:grpSp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D89CB42D-777C-0E27-5305-B4A4C779DA5E}"/>
                </a:ext>
              </a:extLst>
            </p:cNvPr>
            <p:cNvGrpSpPr/>
            <p:nvPr/>
          </p:nvGrpSpPr>
          <p:grpSpPr>
            <a:xfrm>
              <a:off x="4617460" y="1257202"/>
              <a:ext cx="1526286" cy="276999"/>
              <a:chOff x="1853184" y="2358390"/>
              <a:chExt cx="1526286" cy="276999"/>
            </a:xfrm>
          </p:grpSpPr>
          <p:sp>
            <p:nvSpPr>
              <p:cNvPr id="16" name="Organigramme : Connecteur 15">
                <a:extLst>
                  <a:ext uri="{FF2B5EF4-FFF2-40B4-BE49-F238E27FC236}">
                    <a16:creationId xmlns:a16="http://schemas.microsoft.com/office/drawing/2014/main" id="{E7F90F43-144A-3C53-5085-90EC7BA6FA5A}"/>
                  </a:ext>
                </a:extLst>
              </p:cNvPr>
              <p:cNvSpPr/>
              <p:nvPr/>
            </p:nvSpPr>
            <p:spPr>
              <a:xfrm>
                <a:off x="1853184" y="2394400"/>
                <a:ext cx="195072" cy="204978"/>
              </a:xfrm>
              <a:prstGeom prst="flowChartConnector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280760A5-FBE4-7D91-B57D-552567BE5E1F}"/>
                  </a:ext>
                </a:extLst>
              </p:cNvPr>
              <p:cNvSpPr txBox="1"/>
              <p:nvPr/>
            </p:nvSpPr>
            <p:spPr>
              <a:xfrm>
                <a:off x="2100834" y="2358390"/>
                <a:ext cx="12786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1200" dirty="0"/>
                  <a:t>Apprentissage </a:t>
                </a:r>
                <a:endParaRPr lang="fr-FR" sz="1200" dirty="0"/>
              </a:p>
            </p:txBody>
          </p:sp>
        </p:grp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784F2616-BD9C-4C52-BF29-F4775A18B2D6}"/>
                </a:ext>
              </a:extLst>
            </p:cNvPr>
            <p:cNvSpPr txBox="1"/>
            <p:nvPr/>
          </p:nvSpPr>
          <p:spPr>
            <a:xfrm>
              <a:off x="1913711" y="1637077"/>
              <a:ext cx="35844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/>
                <a:t>Mode sélectionne : Généralisation</a:t>
              </a:r>
              <a:endParaRPr lang="fr-FR" dirty="0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B6351EAE-B560-D2A0-CDD7-2D2C5BD6191E}"/>
                </a:ext>
              </a:extLst>
            </p:cNvPr>
            <p:cNvSpPr txBox="1"/>
            <p:nvPr/>
          </p:nvSpPr>
          <p:spPr>
            <a:xfrm>
              <a:off x="1913711" y="2006409"/>
              <a:ext cx="35844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1200" dirty="0"/>
                <a:t>Fichier source</a:t>
              </a:r>
              <a:endParaRPr lang="fr-FR" sz="1200" dirty="0"/>
            </a:p>
          </p:txBody>
        </p:sp>
      </p:grpSp>
      <p:grpSp>
        <p:nvGrpSpPr>
          <p:cNvPr id="138" name="Groupe 137">
            <a:extLst>
              <a:ext uri="{FF2B5EF4-FFF2-40B4-BE49-F238E27FC236}">
                <a16:creationId xmlns:a16="http://schemas.microsoft.com/office/drawing/2014/main" id="{E85D5414-F0FF-8F41-E8EC-C227184B0AC9}"/>
              </a:ext>
            </a:extLst>
          </p:cNvPr>
          <p:cNvGrpSpPr/>
          <p:nvPr/>
        </p:nvGrpSpPr>
        <p:grpSpPr>
          <a:xfrm>
            <a:off x="2009738" y="1946706"/>
            <a:ext cx="4197364" cy="592616"/>
            <a:chOff x="1866357" y="1946706"/>
            <a:chExt cx="4197364" cy="592616"/>
          </a:xfrm>
        </p:grpSpPr>
        <p:grpSp>
          <p:nvGrpSpPr>
            <p:cNvPr id="144" name="Groupe 143">
              <a:extLst>
                <a:ext uri="{FF2B5EF4-FFF2-40B4-BE49-F238E27FC236}">
                  <a16:creationId xmlns:a16="http://schemas.microsoft.com/office/drawing/2014/main" id="{68C72DBE-2E7C-91D7-BB5B-960457F723DA}"/>
                </a:ext>
              </a:extLst>
            </p:cNvPr>
            <p:cNvGrpSpPr/>
            <p:nvPr/>
          </p:nvGrpSpPr>
          <p:grpSpPr>
            <a:xfrm>
              <a:off x="1866357" y="1946706"/>
              <a:ext cx="1584000" cy="592616"/>
              <a:chOff x="1379744" y="4152103"/>
              <a:chExt cx="1753744" cy="592616"/>
            </a:xfrm>
          </p:grpSpPr>
          <p:grpSp>
            <p:nvGrpSpPr>
              <p:cNvPr id="142" name="Groupe 141">
                <a:extLst>
                  <a:ext uri="{FF2B5EF4-FFF2-40B4-BE49-F238E27FC236}">
                    <a16:creationId xmlns:a16="http://schemas.microsoft.com/office/drawing/2014/main" id="{EEFB9B9F-DD18-702E-52B6-443C7D43BCF8}"/>
                  </a:ext>
                </a:extLst>
              </p:cNvPr>
              <p:cNvGrpSpPr/>
              <p:nvPr/>
            </p:nvGrpSpPr>
            <p:grpSpPr>
              <a:xfrm>
                <a:off x="1379744" y="4467720"/>
                <a:ext cx="1753744" cy="276999"/>
                <a:chOff x="1379744" y="4467720"/>
                <a:chExt cx="1753744" cy="276999"/>
              </a:xfrm>
            </p:grpSpPr>
            <p:sp>
              <p:nvSpPr>
                <p:cNvPr id="140" name="Rectangle : coins arrondis 139">
                  <a:extLst>
                    <a:ext uri="{FF2B5EF4-FFF2-40B4-BE49-F238E27FC236}">
                      <a16:creationId xmlns:a16="http://schemas.microsoft.com/office/drawing/2014/main" id="{F9FA592D-DE48-18DF-4A06-D44C6417713F}"/>
                    </a:ext>
                  </a:extLst>
                </p:cNvPr>
                <p:cNvSpPr/>
                <p:nvPr/>
              </p:nvSpPr>
              <p:spPr>
                <a:xfrm>
                  <a:off x="1379744" y="4467720"/>
                  <a:ext cx="1753744" cy="276999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41" name="Triangle isocèle 140">
                  <a:extLst>
                    <a:ext uri="{FF2B5EF4-FFF2-40B4-BE49-F238E27FC236}">
                      <a16:creationId xmlns:a16="http://schemas.microsoft.com/office/drawing/2014/main" id="{C86D8052-7E99-BCCC-697D-1E7E30A45739}"/>
                    </a:ext>
                  </a:extLst>
                </p:cNvPr>
                <p:cNvSpPr/>
                <p:nvPr/>
              </p:nvSpPr>
              <p:spPr>
                <a:xfrm rot="10800000">
                  <a:off x="2928598" y="4522918"/>
                  <a:ext cx="127367" cy="146542"/>
                </a:xfrm>
                <a:prstGeom prst="triangl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3" name="ZoneTexte 142">
                    <a:extLst>
                      <a:ext uri="{FF2B5EF4-FFF2-40B4-BE49-F238E27FC236}">
                        <a16:creationId xmlns:a16="http://schemas.microsoft.com/office/drawing/2014/main" id="{16536140-CE90-34A5-F9E2-376B3E708337}"/>
                      </a:ext>
                    </a:extLst>
                  </p:cNvPr>
                  <p:cNvSpPr txBox="1"/>
                  <p:nvPr/>
                </p:nvSpPr>
                <p:spPr>
                  <a:xfrm>
                    <a:off x="1752649" y="4152103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onction</m:t>
                          </m:r>
                          <m: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act</m:t>
                          </m:r>
                          <m: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 xmlns="">
              <p:sp>
                <p:nvSpPr>
                  <p:cNvPr id="143" name="ZoneTexte 142">
                    <a:extLst>
                      <a:ext uri="{FF2B5EF4-FFF2-40B4-BE49-F238E27FC236}">
                        <a16:creationId xmlns:a16="http://schemas.microsoft.com/office/drawing/2014/main" id="{16536140-CE90-34A5-F9E2-376B3E7083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2649" y="4152103"/>
                    <a:ext cx="1007935" cy="24622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5" name="Groupe 144">
              <a:extLst>
                <a:ext uri="{FF2B5EF4-FFF2-40B4-BE49-F238E27FC236}">
                  <a16:creationId xmlns:a16="http://schemas.microsoft.com/office/drawing/2014/main" id="{A18DFED0-3271-1805-F27F-2756C2C9AD37}"/>
                </a:ext>
              </a:extLst>
            </p:cNvPr>
            <p:cNvGrpSpPr/>
            <p:nvPr/>
          </p:nvGrpSpPr>
          <p:grpSpPr>
            <a:xfrm>
              <a:off x="3533039" y="1946706"/>
              <a:ext cx="1224000" cy="592616"/>
              <a:chOff x="1379744" y="4152103"/>
              <a:chExt cx="1753744" cy="592616"/>
            </a:xfrm>
          </p:grpSpPr>
          <p:sp>
            <p:nvSpPr>
              <p:cNvPr id="148" name="Rectangle : coins arrondis 147">
                <a:extLst>
                  <a:ext uri="{FF2B5EF4-FFF2-40B4-BE49-F238E27FC236}">
                    <a16:creationId xmlns:a16="http://schemas.microsoft.com/office/drawing/2014/main" id="{F4D8FBEA-FCC2-7479-2A57-E209A884C009}"/>
                  </a:ext>
                </a:extLst>
              </p:cNvPr>
              <p:cNvSpPr/>
              <p:nvPr/>
            </p:nvSpPr>
            <p:spPr>
              <a:xfrm>
                <a:off x="1379744" y="4467720"/>
                <a:ext cx="175374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ZoneTexte 146">
                    <a:extLst>
                      <a:ext uri="{FF2B5EF4-FFF2-40B4-BE49-F238E27FC236}">
                        <a16:creationId xmlns:a16="http://schemas.microsoft.com/office/drawing/2014/main" id="{CFC4E5B5-982F-6105-0A68-74B7059E0771}"/>
                      </a:ext>
                    </a:extLst>
                  </p:cNvPr>
                  <p:cNvSpPr txBox="1"/>
                  <p:nvPr/>
                </p:nvSpPr>
                <p:spPr>
                  <a:xfrm>
                    <a:off x="1752649" y="4152103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core</m:t>
                          </m:r>
                          <m: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attendu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 xmlns="">
              <p:sp>
                <p:nvSpPr>
                  <p:cNvPr id="147" name="ZoneTexte 146">
                    <a:extLst>
                      <a:ext uri="{FF2B5EF4-FFF2-40B4-BE49-F238E27FC236}">
                        <a16:creationId xmlns:a16="http://schemas.microsoft.com/office/drawing/2014/main" id="{CFC4E5B5-982F-6105-0A68-74B7059E07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2649" y="4152103"/>
                    <a:ext cx="1007935" cy="24622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0" name="Groupe 149">
              <a:extLst>
                <a:ext uri="{FF2B5EF4-FFF2-40B4-BE49-F238E27FC236}">
                  <a16:creationId xmlns:a16="http://schemas.microsoft.com/office/drawing/2014/main" id="{23EEF752-436F-A9E4-3CAC-643966C02F4E}"/>
                </a:ext>
              </a:extLst>
            </p:cNvPr>
            <p:cNvGrpSpPr/>
            <p:nvPr/>
          </p:nvGrpSpPr>
          <p:grpSpPr>
            <a:xfrm>
              <a:off x="4839721" y="1946706"/>
              <a:ext cx="1224000" cy="592616"/>
              <a:chOff x="1379744" y="4152103"/>
              <a:chExt cx="1753744" cy="592616"/>
            </a:xfrm>
          </p:grpSpPr>
          <p:sp>
            <p:nvSpPr>
              <p:cNvPr id="151" name="Rectangle : coins arrondis 150">
                <a:extLst>
                  <a:ext uri="{FF2B5EF4-FFF2-40B4-BE49-F238E27FC236}">
                    <a16:creationId xmlns:a16="http://schemas.microsoft.com/office/drawing/2014/main" id="{8A6425F8-2E6D-DA31-B012-87B84C067AB3}"/>
                  </a:ext>
                </a:extLst>
              </p:cNvPr>
              <p:cNvSpPr/>
              <p:nvPr/>
            </p:nvSpPr>
            <p:spPr>
              <a:xfrm>
                <a:off x="1379744" y="4467720"/>
                <a:ext cx="175374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2" name="ZoneTexte 151">
                    <a:extLst>
                      <a:ext uri="{FF2B5EF4-FFF2-40B4-BE49-F238E27FC236}">
                        <a16:creationId xmlns:a16="http://schemas.microsoft.com/office/drawing/2014/main" id="{BEB5A879-BB0D-94A7-2296-DB4C613672B9}"/>
                      </a:ext>
                    </a:extLst>
                  </p:cNvPr>
                  <p:cNvSpPr txBox="1"/>
                  <p:nvPr/>
                </p:nvSpPr>
                <p:spPr>
                  <a:xfrm>
                    <a:off x="1752649" y="4152103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core</m:t>
                          </m:r>
                          <m: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obtenu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 xmlns="">
              <p:sp>
                <p:nvSpPr>
                  <p:cNvPr id="152" name="ZoneTexte 151">
                    <a:extLst>
                      <a:ext uri="{FF2B5EF4-FFF2-40B4-BE49-F238E27FC236}">
                        <a16:creationId xmlns:a16="http://schemas.microsoft.com/office/drawing/2014/main" id="{BEB5A879-BB0D-94A7-2296-DB4C613672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2649" y="4152103"/>
                    <a:ext cx="1007935" cy="24622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E89E6BDA-6F93-E134-8827-A459DF5598FC}"/>
              </a:ext>
            </a:extLst>
          </p:cNvPr>
          <p:cNvSpPr/>
          <p:nvPr/>
        </p:nvSpPr>
        <p:spPr>
          <a:xfrm>
            <a:off x="1228420" y="1860843"/>
            <a:ext cx="5760000" cy="3327132"/>
          </a:xfrm>
          <a:prstGeom prst="roundRect">
            <a:avLst>
              <a:gd name="adj" fmla="val 299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Rectangle : coins arrondis 75">
            <a:extLst>
              <a:ext uri="{FF2B5EF4-FFF2-40B4-BE49-F238E27FC236}">
                <a16:creationId xmlns:a16="http://schemas.microsoft.com/office/drawing/2014/main" id="{19FCE998-4F9A-F997-A0B6-A13BDB0470BF}"/>
              </a:ext>
            </a:extLst>
          </p:cNvPr>
          <p:cNvSpPr/>
          <p:nvPr/>
        </p:nvSpPr>
        <p:spPr>
          <a:xfrm>
            <a:off x="1132441" y="358003"/>
            <a:ext cx="5939317" cy="5965487"/>
          </a:xfrm>
          <a:prstGeom prst="roundRect">
            <a:avLst>
              <a:gd name="adj" fmla="val 299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39" name="Groupe 138">
            <a:extLst>
              <a:ext uri="{FF2B5EF4-FFF2-40B4-BE49-F238E27FC236}">
                <a16:creationId xmlns:a16="http://schemas.microsoft.com/office/drawing/2014/main" id="{1B50ECD7-87CE-C149-3567-F64A45A9D5AD}"/>
              </a:ext>
            </a:extLst>
          </p:cNvPr>
          <p:cNvGrpSpPr/>
          <p:nvPr/>
        </p:nvGrpSpPr>
        <p:grpSpPr>
          <a:xfrm>
            <a:off x="1228420" y="5316212"/>
            <a:ext cx="5760000" cy="924761"/>
            <a:chOff x="1228420" y="5316212"/>
            <a:chExt cx="5760000" cy="924761"/>
          </a:xfrm>
        </p:grpSpPr>
        <p:sp>
          <p:nvSpPr>
            <p:cNvPr id="115" name="Rectangle : coins arrondis 114">
              <a:extLst>
                <a:ext uri="{FF2B5EF4-FFF2-40B4-BE49-F238E27FC236}">
                  <a16:creationId xmlns:a16="http://schemas.microsoft.com/office/drawing/2014/main" id="{CE290BBA-7E66-087C-6795-D776CBA6C621}"/>
                </a:ext>
              </a:extLst>
            </p:cNvPr>
            <p:cNvSpPr/>
            <p:nvPr/>
          </p:nvSpPr>
          <p:spPr>
            <a:xfrm>
              <a:off x="1228420" y="5316213"/>
              <a:ext cx="5760000" cy="924760"/>
            </a:xfrm>
            <a:prstGeom prst="roundRect">
              <a:avLst>
                <a:gd name="adj" fmla="val 2998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6" name="ZoneTexte 115">
              <a:extLst>
                <a:ext uri="{FF2B5EF4-FFF2-40B4-BE49-F238E27FC236}">
                  <a16:creationId xmlns:a16="http://schemas.microsoft.com/office/drawing/2014/main" id="{AD48D3C7-46AA-59F5-02FA-22D62AA108BD}"/>
                </a:ext>
              </a:extLst>
            </p:cNvPr>
            <p:cNvSpPr txBox="1"/>
            <p:nvPr/>
          </p:nvSpPr>
          <p:spPr>
            <a:xfrm>
              <a:off x="3275185" y="5316212"/>
              <a:ext cx="18187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sz="1200" dirty="0"/>
                <a:t>Tableau des paramètres </a:t>
              </a:r>
              <a:endParaRPr lang="fr-FR" sz="1200" dirty="0"/>
            </a:p>
          </p:txBody>
        </p:sp>
      </p:grpSp>
      <p:grpSp>
        <p:nvGrpSpPr>
          <p:cNvPr id="136" name="Groupe 135">
            <a:extLst>
              <a:ext uri="{FF2B5EF4-FFF2-40B4-BE49-F238E27FC236}">
                <a16:creationId xmlns:a16="http://schemas.microsoft.com/office/drawing/2014/main" id="{40153189-D6AD-B623-BFA1-E66283148741}"/>
              </a:ext>
            </a:extLst>
          </p:cNvPr>
          <p:cNvGrpSpPr/>
          <p:nvPr/>
        </p:nvGrpSpPr>
        <p:grpSpPr>
          <a:xfrm>
            <a:off x="1321504" y="2766187"/>
            <a:ext cx="5573831" cy="2210618"/>
            <a:chOff x="1453221" y="1869800"/>
            <a:chExt cx="5573831" cy="2210618"/>
          </a:xfrm>
        </p:grpSpPr>
        <p:grpSp>
          <p:nvGrpSpPr>
            <p:cNvPr id="134" name="Groupe 133">
              <a:extLst>
                <a:ext uri="{FF2B5EF4-FFF2-40B4-BE49-F238E27FC236}">
                  <a16:creationId xmlns:a16="http://schemas.microsoft.com/office/drawing/2014/main" id="{DEFAFE9D-03B4-63E6-3304-311871245ABC}"/>
                </a:ext>
              </a:extLst>
            </p:cNvPr>
            <p:cNvGrpSpPr/>
            <p:nvPr/>
          </p:nvGrpSpPr>
          <p:grpSpPr>
            <a:xfrm>
              <a:off x="6018631" y="3169358"/>
              <a:ext cx="900000" cy="897975"/>
              <a:chOff x="6018631" y="3169358"/>
              <a:chExt cx="900000" cy="897975"/>
            </a:xfrm>
          </p:grpSpPr>
          <p:sp>
            <p:nvSpPr>
              <p:cNvPr id="50" name="Rectangle : coins arrondis 49">
                <a:extLst>
                  <a:ext uri="{FF2B5EF4-FFF2-40B4-BE49-F238E27FC236}">
                    <a16:creationId xmlns:a16="http://schemas.microsoft.com/office/drawing/2014/main" id="{7F0E39E6-076D-48C1-09F5-83BE7A2DC8AD}"/>
                  </a:ext>
                </a:extLst>
              </p:cNvPr>
              <p:cNvSpPr/>
              <p:nvPr/>
            </p:nvSpPr>
            <p:spPr>
              <a:xfrm>
                <a:off x="6018631" y="3510346"/>
                <a:ext cx="900000" cy="216000"/>
              </a:xfrm>
              <a:prstGeom prst="round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CA" sz="1200" dirty="0"/>
                  <a:t>Set config</a:t>
                </a:r>
                <a:endParaRPr lang="fr-FR" sz="1200" dirty="0"/>
              </a:p>
            </p:txBody>
          </p:sp>
          <p:sp>
            <p:nvSpPr>
              <p:cNvPr id="51" name="Rectangle : coins arrondis 50">
                <a:extLst>
                  <a:ext uri="{FF2B5EF4-FFF2-40B4-BE49-F238E27FC236}">
                    <a16:creationId xmlns:a16="http://schemas.microsoft.com/office/drawing/2014/main" id="{B564E128-F5B8-43E2-D462-D599D6B8680B}"/>
                  </a:ext>
                </a:extLst>
              </p:cNvPr>
              <p:cNvSpPr/>
              <p:nvPr/>
            </p:nvSpPr>
            <p:spPr>
              <a:xfrm>
                <a:off x="6018631" y="3169358"/>
                <a:ext cx="900000" cy="216000"/>
              </a:xfrm>
              <a:prstGeom prst="round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CA" sz="1200" dirty="0" err="1"/>
                  <a:t>Get</a:t>
                </a:r>
                <a:r>
                  <a:rPr lang="fr-CA" sz="1200" dirty="0"/>
                  <a:t> config</a:t>
                </a:r>
                <a:endParaRPr lang="fr-FR" sz="1200" dirty="0"/>
              </a:p>
            </p:txBody>
          </p:sp>
          <p:sp>
            <p:nvSpPr>
              <p:cNvPr id="49" name="Rectangle : coins arrondis 48">
                <a:extLst>
                  <a:ext uri="{FF2B5EF4-FFF2-40B4-BE49-F238E27FC236}">
                    <a16:creationId xmlns:a16="http://schemas.microsoft.com/office/drawing/2014/main" id="{FDF8C7A9-244F-86A8-1664-143C38DD84F3}"/>
                  </a:ext>
                </a:extLst>
              </p:cNvPr>
              <p:cNvSpPr/>
              <p:nvPr/>
            </p:nvSpPr>
            <p:spPr>
              <a:xfrm>
                <a:off x="6018631" y="3851333"/>
                <a:ext cx="900000" cy="216000"/>
              </a:xfrm>
              <a:prstGeom prst="round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CA" sz="1200" dirty="0"/>
                  <a:t>Exécuter</a:t>
                </a:r>
                <a:r>
                  <a:rPr lang="fr-CA" dirty="0"/>
                  <a:t> </a:t>
                </a:r>
                <a:endParaRPr lang="fr-FR" dirty="0"/>
              </a:p>
            </p:txBody>
          </p:sp>
        </p:grpSp>
        <p:grpSp>
          <p:nvGrpSpPr>
            <p:cNvPr id="117" name="Groupe 116">
              <a:extLst>
                <a:ext uri="{FF2B5EF4-FFF2-40B4-BE49-F238E27FC236}">
                  <a16:creationId xmlns:a16="http://schemas.microsoft.com/office/drawing/2014/main" id="{8DEB6BA7-BED0-B8AD-77D9-9CE23821236F}"/>
                </a:ext>
              </a:extLst>
            </p:cNvPr>
            <p:cNvGrpSpPr/>
            <p:nvPr/>
          </p:nvGrpSpPr>
          <p:grpSpPr>
            <a:xfrm>
              <a:off x="1453221" y="1869800"/>
              <a:ext cx="5573831" cy="1087795"/>
              <a:chOff x="1453221" y="1851512"/>
              <a:chExt cx="5573831" cy="1087795"/>
            </a:xfrm>
          </p:grpSpPr>
          <p:grpSp>
            <p:nvGrpSpPr>
              <p:cNvPr id="47" name="Groupe 46">
                <a:extLst>
                  <a:ext uri="{FF2B5EF4-FFF2-40B4-BE49-F238E27FC236}">
                    <a16:creationId xmlns:a16="http://schemas.microsoft.com/office/drawing/2014/main" id="{723A62E1-993A-FC2A-3D28-C661323B1E86}"/>
                  </a:ext>
                </a:extLst>
              </p:cNvPr>
              <p:cNvGrpSpPr/>
              <p:nvPr/>
            </p:nvGrpSpPr>
            <p:grpSpPr>
              <a:xfrm>
                <a:off x="1453221" y="1851512"/>
                <a:ext cx="1007935" cy="1087795"/>
                <a:chOff x="2384628" y="2386818"/>
                <a:chExt cx="1007935" cy="1087795"/>
              </a:xfrm>
            </p:grpSpPr>
            <p:sp>
              <p:nvSpPr>
                <p:cNvPr id="173" name="Rectangle : coins arrondis 172">
                  <a:extLst>
                    <a:ext uri="{FF2B5EF4-FFF2-40B4-BE49-F238E27FC236}">
                      <a16:creationId xmlns:a16="http://schemas.microsoft.com/office/drawing/2014/main" id="{6BD4B1D0-FF21-B732-EC30-99BB92219C40}"/>
                    </a:ext>
                  </a:extLst>
                </p:cNvPr>
                <p:cNvSpPr/>
                <p:nvPr/>
              </p:nvSpPr>
              <p:spPr>
                <a:xfrm>
                  <a:off x="2547508" y="2869161"/>
                  <a:ext cx="682174" cy="276999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5" name="ZoneTexte 174">
                      <a:extLst>
                        <a:ext uri="{FF2B5EF4-FFF2-40B4-BE49-F238E27FC236}">
                          <a16:creationId xmlns:a16="http://schemas.microsoft.com/office/drawing/2014/main" id="{7580785B-8554-1DF2-5554-225F6D623C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84628" y="3228392"/>
                      <a:ext cx="1007935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fr-CA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fr-CA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m:rPr>
                                <m:sty m:val="p"/>
                              </m:rPr>
                              <a:rPr lang="fr-CA" sz="1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Xn</m:t>
                            </m:r>
                            <m:r>
                              <a:rPr lang="fr-CA" sz="1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fr-CA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480</m:t>
                            </m:r>
                          </m:oMath>
                        </m:oMathPara>
                      </a14:m>
                      <a:endParaRPr lang="fr-FR" sz="1000" dirty="0"/>
                    </a:p>
                  </p:txBody>
                </p:sp>
              </mc:Choice>
              <mc:Fallback xmlns="">
                <p:sp>
                  <p:nvSpPr>
                    <p:cNvPr id="175" name="ZoneTexte 174">
                      <a:extLst>
                        <a:ext uri="{FF2B5EF4-FFF2-40B4-BE49-F238E27FC236}">
                          <a16:creationId xmlns:a16="http://schemas.microsoft.com/office/drawing/2014/main" id="{7580785B-8554-1DF2-5554-225F6D623C3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84628" y="3228392"/>
                      <a:ext cx="1007935" cy="246221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6" name="ZoneTexte 175">
                      <a:extLst>
                        <a:ext uri="{FF2B5EF4-FFF2-40B4-BE49-F238E27FC236}">
                          <a16:creationId xmlns:a16="http://schemas.microsoft.com/office/drawing/2014/main" id="{89CEA361-619B-5CE6-A0BA-8A6AB71EF5A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84628" y="2386818"/>
                      <a:ext cx="1007935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fr-CA" sz="10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nb</m:t>
                            </m:r>
                            <m:r>
                              <a:rPr lang="fr-CA" sz="10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fr-CA" sz="1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fr-CA" sz="1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  <m:r>
                              <m:rPr>
                                <m:sty m:val="p"/>
                              </m:rPr>
                              <a:rPr lang="fr-CA" sz="1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entr</m:t>
                            </m:r>
                            <m:r>
                              <a:rPr lang="fr-CA" sz="1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é</m:t>
                            </m:r>
                            <m:r>
                              <m:rPr>
                                <m:sty m:val="p"/>
                              </m:rPr>
                              <a:rPr lang="fr-CA" sz="1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es</m:t>
                            </m:r>
                          </m:oMath>
                        </m:oMathPara>
                      </a14:m>
                      <a:endParaRPr lang="fr-FR" sz="1000" dirty="0"/>
                    </a:p>
                  </p:txBody>
                </p:sp>
              </mc:Choice>
              <mc:Fallback xmlns="">
                <p:sp>
                  <p:nvSpPr>
                    <p:cNvPr id="176" name="ZoneTexte 175">
                      <a:extLst>
                        <a:ext uri="{FF2B5EF4-FFF2-40B4-BE49-F238E27FC236}">
                          <a16:creationId xmlns:a16="http://schemas.microsoft.com/office/drawing/2014/main" id="{89CEA361-619B-5CE6-A0BA-8A6AB71EF5A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84628" y="2386818"/>
                      <a:ext cx="1007935" cy="246221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8" name="Groupe 47">
                <a:extLst>
                  <a:ext uri="{FF2B5EF4-FFF2-40B4-BE49-F238E27FC236}">
                    <a16:creationId xmlns:a16="http://schemas.microsoft.com/office/drawing/2014/main" id="{7FD598BC-11E5-F8B5-8049-49B6033C1416}"/>
                  </a:ext>
                </a:extLst>
              </p:cNvPr>
              <p:cNvGrpSpPr/>
              <p:nvPr/>
            </p:nvGrpSpPr>
            <p:grpSpPr>
              <a:xfrm>
                <a:off x="3695923" y="1851512"/>
                <a:ext cx="1007935" cy="1087795"/>
                <a:chOff x="2384628" y="2386818"/>
                <a:chExt cx="1007935" cy="1087795"/>
              </a:xfrm>
            </p:grpSpPr>
            <p:sp>
              <p:nvSpPr>
                <p:cNvPr id="53" name="Rectangle : coins arrondis 52">
                  <a:extLst>
                    <a:ext uri="{FF2B5EF4-FFF2-40B4-BE49-F238E27FC236}">
                      <a16:creationId xmlns:a16="http://schemas.microsoft.com/office/drawing/2014/main" id="{5B8A8A8A-DF1F-723F-59B4-4DC7F1A5CF8C}"/>
                    </a:ext>
                  </a:extLst>
                </p:cNvPr>
                <p:cNvSpPr/>
                <p:nvPr/>
              </p:nvSpPr>
              <p:spPr>
                <a:xfrm>
                  <a:off x="2547508" y="2869161"/>
                  <a:ext cx="682174" cy="276999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4" name="ZoneTexte 53">
                      <a:extLst>
                        <a:ext uri="{FF2B5EF4-FFF2-40B4-BE49-F238E27FC236}">
                          <a16:creationId xmlns:a16="http://schemas.microsoft.com/office/drawing/2014/main" id="{13AC40E7-AAD4-F6ED-E913-24A396D718B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84628" y="3228392"/>
                      <a:ext cx="1007935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fr-CA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fr-CA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m:rPr>
                                <m:sty m:val="p"/>
                              </m:rPr>
                              <a:rPr lang="fr-CA" sz="1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Nn</m:t>
                            </m:r>
                            <m:r>
                              <a:rPr lang="fr-CA" sz="1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fr-CA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oMath>
                        </m:oMathPara>
                      </a14:m>
                      <a:endParaRPr lang="fr-FR" sz="1000" dirty="0"/>
                    </a:p>
                  </p:txBody>
                </p:sp>
              </mc:Choice>
              <mc:Fallback xmlns="">
                <p:sp>
                  <p:nvSpPr>
                    <p:cNvPr id="54" name="ZoneTexte 53">
                      <a:extLst>
                        <a:ext uri="{FF2B5EF4-FFF2-40B4-BE49-F238E27FC236}">
                          <a16:creationId xmlns:a16="http://schemas.microsoft.com/office/drawing/2014/main" id="{13AC40E7-AAD4-F6ED-E913-24A396D718B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84628" y="3228392"/>
                      <a:ext cx="1007935" cy="246221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" name="ZoneTexte 54">
                      <a:extLst>
                        <a:ext uri="{FF2B5EF4-FFF2-40B4-BE49-F238E27FC236}">
                          <a16:creationId xmlns:a16="http://schemas.microsoft.com/office/drawing/2014/main" id="{926643E7-E78B-7464-541E-501DC9CA50D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84628" y="2386818"/>
                      <a:ext cx="1007935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fr-CA" sz="10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fr-CA" sz="1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CA" sz="1000">
                              <a:latin typeface="Cambria Math" panose="02040503050406030204" pitchFamily="18" charset="0"/>
                            </a:rPr>
                            <m:t>neurones</m:t>
                          </m:r>
                        </m:oMath>
                      </a14:m>
                      <a:r>
                        <a:rPr lang="fr-CA" sz="1000" dirty="0">
                          <a:latin typeface="Cambria Math" panose="02040503050406030204" pitchFamily="18" charset="0"/>
                        </a:rPr>
                        <a:t>/</a:t>
                      </a:r>
                    </a:p>
                    <a:p>
                      <a:pPr algn="ctr"/>
                      <a14:m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 i="1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fr-CA" sz="1000">
                              <a:latin typeface="Cambria Math" panose="02040503050406030204" pitchFamily="18" charset="0"/>
                            </a:rPr>
                            <m:t>o</m:t>
                          </m:r>
                        </m:oMath>
                      </a14:m>
                      <a:r>
                        <a:rPr lang="fr-FR" sz="1000" dirty="0"/>
                        <a:t>u. c</a:t>
                      </a:r>
                      <a:r>
                        <a:rPr lang="fr-CA" sz="1000" dirty="0"/>
                        <a:t>achées</a:t>
                      </a:r>
                      <a:endParaRPr lang="fr-FR" sz="1000" dirty="0"/>
                    </a:p>
                  </p:txBody>
                </p:sp>
              </mc:Choice>
              <mc:Fallback xmlns="">
                <p:sp>
                  <p:nvSpPr>
                    <p:cNvPr id="55" name="ZoneTexte 54">
                      <a:extLst>
                        <a:ext uri="{FF2B5EF4-FFF2-40B4-BE49-F238E27FC236}">
                          <a16:creationId xmlns:a16="http://schemas.microsoft.com/office/drawing/2014/main" id="{926643E7-E78B-7464-541E-501DC9CA50D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84628" y="2386818"/>
                      <a:ext cx="1007935" cy="400110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b="-769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6" name="Groupe 55">
                <a:extLst>
                  <a:ext uri="{FF2B5EF4-FFF2-40B4-BE49-F238E27FC236}">
                    <a16:creationId xmlns:a16="http://schemas.microsoft.com/office/drawing/2014/main" id="{957D8CA7-3B0F-6DB3-964C-05657F27535E}"/>
                  </a:ext>
                </a:extLst>
              </p:cNvPr>
              <p:cNvGrpSpPr/>
              <p:nvPr/>
            </p:nvGrpSpPr>
            <p:grpSpPr>
              <a:xfrm>
                <a:off x="2574572" y="1851512"/>
                <a:ext cx="1007935" cy="1087795"/>
                <a:chOff x="2384628" y="2386818"/>
                <a:chExt cx="1007935" cy="1087795"/>
              </a:xfrm>
            </p:grpSpPr>
            <p:sp>
              <p:nvSpPr>
                <p:cNvPr id="57" name="Rectangle : coins arrondis 56">
                  <a:extLst>
                    <a:ext uri="{FF2B5EF4-FFF2-40B4-BE49-F238E27FC236}">
                      <a16:creationId xmlns:a16="http://schemas.microsoft.com/office/drawing/2014/main" id="{9A75EFC2-AD82-C02C-BF73-A550D1A99714}"/>
                    </a:ext>
                  </a:extLst>
                </p:cNvPr>
                <p:cNvSpPr/>
                <p:nvPr/>
              </p:nvSpPr>
              <p:spPr>
                <a:xfrm>
                  <a:off x="2547508" y="2869161"/>
                  <a:ext cx="682174" cy="276999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ZoneTexte 63">
                      <a:extLst>
                        <a:ext uri="{FF2B5EF4-FFF2-40B4-BE49-F238E27FC236}">
                          <a16:creationId xmlns:a16="http://schemas.microsoft.com/office/drawing/2014/main" id="{17AD5988-A323-5334-9C4D-230678E3197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84628" y="3228392"/>
                      <a:ext cx="1007935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fr-CA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fr-CA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m:rPr>
                                <m:sty m:val="p"/>
                              </m:rPr>
                              <a:rPr lang="fr-CA" sz="1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Cn</m:t>
                            </m:r>
                            <m:r>
                              <a:rPr lang="fr-CA" sz="1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fr-CA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oMath>
                        </m:oMathPara>
                      </a14:m>
                      <a:endParaRPr lang="fr-FR" sz="1000" dirty="0"/>
                    </a:p>
                  </p:txBody>
                </p:sp>
              </mc:Choice>
              <mc:Fallback xmlns="">
                <p:sp>
                  <p:nvSpPr>
                    <p:cNvPr id="64" name="ZoneTexte 63">
                      <a:extLst>
                        <a:ext uri="{FF2B5EF4-FFF2-40B4-BE49-F238E27FC236}">
                          <a16:creationId xmlns:a16="http://schemas.microsoft.com/office/drawing/2014/main" id="{17AD5988-A323-5334-9C4D-230678E3197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84628" y="3228392"/>
                      <a:ext cx="1007935" cy="246221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5" name="ZoneTexte 64">
                      <a:extLst>
                        <a:ext uri="{FF2B5EF4-FFF2-40B4-BE49-F238E27FC236}">
                          <a16:creationId xmlns:a16="http://schemas.microsoft.com/office/drawing/2014/main" id="{189B896B-33E4-D8BB-EE10-5CD2FA97E56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84628" y="2386818"/>
                      <a:ext cx="1007935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fr-CA" sz="100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fr-CA" sz="1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fr-CA" sz="1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fr-CA" sz="1000" b="0" i="0" smtClean="0">
                                <a:latin typeface="Cambria Math" panose="02040503050406030204" pitchFamily="18" charset="0"/>
                              </a:rPr>
                              <m:t>couches</m:t>
                            </m:r>
                          </m:oMath>
                        </m:oMathPara>
                      </a14:m>
                      <a:endParaRPr lang="fr-FR" sz="1000" dirty="0"/>
                    </a:p>
                    <a:p>
                      <a:pPr algn="ctr"/>
                      <a:r>
                        <a:rPr lang="fr-CA" sz="1000" dirty="0"/>
                        <a:t>Cachées</a:t>
                      </a:r>
                      <a:endParaRPr lang="fr-FR" sz="1000" dirty="0"/>
                    </a:p>
                  </p:txBody>
                </p:sp>
              </mc:Choice>
              <mc:Fallback xmlns="">
                <p:sp>
                  <p:nvSpPr>
                    <p:cNvPr id="65" name="ZoneTexte 64">
                      <a:extLst>
                        <a:ext uri="{FF2B5EF4-FFF2-40B4-BE49-F238E27FC236}">
                          <a16:creationId xmlns:a16="http://schemas.microsoft.com/office/drawing/2014/main" id="{189B896B-33E4-D8BB-EE10-5CD2FA97E56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84628" y="2386818"/>
                      <a:ext cx="1007935" cy="400110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b="-769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66" name="Groupe 65">
                <a:extLst>
                  <a:ext uri="{FF2B5EF4-FFF2-40B4-BE49-F238E27FC236}">
                    <a16:creationId xmlns:a16="http://schemas.microsoft.com/office/drawing/2014/main" id="{9E3B2441-3F1C-A1D4-B4FE-76B845475936}"/>
                  </a:ext>
                </a:extLst>
              </p:cNvPr>
              <p:cNvGrpSpPr/>
              <p:nvPr/>
            </p:nvGrpSpPr>
            <p:grpSpPr>
              <a:xfrm>
                <a:off x="4817274" y="1851512"/>
                <a:ext cx="1007935" cy="1087795"/>
                <a:chOff x="2384628" y="2386818"/>
                <a:chExt cx="1007935" cy="1087795"/>
              </a:xfrm>
            </p:grpSpPr>
            <p:sp>
              <p:nvSpPr>
                <p:cNvPr id="67" name="Rectangle : coins arrondis 66">
                  <a:extLst>
                    <a:ext uri="{FF2B5EF4-FFF2-40B4-BE49-F238E27FC236}">
                      <a16:creationId xmlns:a16="http://schemas.microsoft.com/office/drawing/2014/main" id="{735D05B9-0EDE-5064-3EC2-C45B91CA4318}"/>
                    </a:ext>
                  </a:extLst>
                </p:cNvPr>
                <p:cNvSpPr/>
                <p:nvPr/>
              </p:nvSpPr>
              <p:spPr>
                <a:xfrm>
                  <a:off x="2547508" y="2869161"/>
                  <a:ext cx="682174" cy="276999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8" name="ZoneTexte 67">
                      <a:extLst>
                        <a:ext uri="{FF2B5EF4-FFF2-40B4-BE49-F238E27FC236}">
                          <a16:creationId xmlns:a16="http://schemas.microsoft.com/office/drawing/2014/main" id="{6E6E10FF-A90B-0AE9-AC9A-15C87CA1F9F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84628" y="3228392"/>
                      <a:ext cx="1007935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fr-CA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fr-CA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m:rPr>
                                <m:sty m:val="p"/>
                              </m:rPr>
                              <a:rPr lang="fr-CA" sz="1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Sn</m:t>
                            </m:r>
                            <m:r>
                              <a:rPr lang="fr-CA" sz="1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fr-CA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oMath>
                        </m:oMathPara>
                      </a14:m>
                      <a:endParaRPr lang="fr-FR" sz="1000" dirty="0"/>
                    </a:p>
                  </p:txBody>
                </p:sp>
              </mc:Choice>
              <mc:Fallback xmlns="">
                <p:sp>
                  <p:nvSpPr>
                    <p:cNvPr id="68" name="ZoneTexte 67">
                      <a:extLst>
                        <a:ext uri="{FF2B5EF4-FFF2-40B4-BE49-F238E27FC236}">
                          <a16:creationId xmlns:a16="http://schemas.microsoft.com/office/drawing/2014/main" id="{6E6E10FF-A90B-0AE9-AC9A-15C87CA1F9F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84628" y="3228392"/>
                      <a:ext cx="1007935" cy="246221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9" name="ZoneTexte 68">
                      <a:extLst>
                        <a:ext uri="{FF2B5EF4-FFF2-40B4-BE49-F238E27FC236}">
                          <a16:creationId xmlns:a16="http://schemas.microsoft.com/office/drawing/2014/main" id="{A19F8E67-40C4-817A-1830-7D4C5B3BB8B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84628" y="2386818"/>
                      <a:ext cx="1007935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fr-CA" sz="1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nb</m:t>
                            </m:r>
                            <m:r>
                              <a:rPr lang="fr-CA" sz="1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CA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𝑑𝑒</m:t>
                            </m:r>
                            <m:r>
                              <a:rPr lang="fr-CA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fr-CA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sorti</m:t>
                            </m:r>
                            <m:r>
                              <a:rPr lang="fr-CA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  <m:r>
                              <m:rPr>
                                <m:sty m:val="p"/>
                              </m:rPr>
                              <a:rPr lang="fr-CA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oMath>
                        </m:oMathPara>
                      </a14:m>
                      <a:endParaRPr lang="fr-FR" sz="1000" dirty="0"/>
                    </a:p>
                  </p:txBody>
                </p:sp>
              </mc:Choice>
              <mc:Fallback xmlns="">
                <p:sp>
                  <p:nvSpPr>
                    <p:cNvPr id="69" name="ZoneTexte 68">
                      <a:extLst>
                        <a:ext uri="{FF2B5EF4-FFF2-40B4-BE49-F238E27FC236}">
                          <a16:creationId xmlns:a16="http://schemas.microsoft.com/office/drawing/2014/main" id="{A19F8E67-40C4-817A-1830-7D4C5B3BB8B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84628" y="2386818"/>
                      <a:ext cx="1007935" cy="246221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94" name="Groupe 93">
                <a:extLst>
                  <a:ext uri="{FF2B5EF4-FFF2-40B4-BE49-F238E27FC236}">
                    <a16:creationId xmlns:a16="http://schemas.microsoft.com/office/drawing/2014/main" id="{A438179D-9543-4380-2886-CD3B61885E42}"/>
                  </a:ext>
                </a:extLst>
              </p:cNvPr>
              <p:cNvGrpSpPr/>
              <p:nvPr/>
            </p:nvGrpSpPr>
            <p:grpSpPr>
              <a:xfrm>
                <a:off x="5938626" y="1851512"/>
                <a:ext cx="1088426" cy="1087795"/>
                <a:chOff x="2384628" y="2386818"/>
                <a:chExt cx="1088426" cy="1087795"/>
              </a:xfrm>
            </p:grpSpPr>
            <p:sp>
              <p:nvSpPr>
                <p:cNvPr id="95" name="Rectangle : coins arrondis 94">
                  <a:extLst>
                    <a:ext uri="{FF2B5EF4-FFF2-40B4-BE49-F238E27FC236}">
                      <a16:creationId xmlns:a16="http://schemas.microsoft.com/office/drawing/2014/main" id="{D49947E5-33AA-8D3A-EF29-DFE068165B98}"/>
                    </a:ext>
                  </a:extLst>
                </p:cNvPr>
                <p:cNvSpPr/>
                <p:nvPr/>
              </p:nvSpPr>
              <p:spPr>
                <a:xfrm>
                  <a:off x="2547508" y="2869161"/>
                  <a:ext cx="682174" cy="276999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6" name="ZoneTexte 95">
                      <a:extLst>
                        <a:ext uri="{FF2B5EF4-FFF2-40B4-BE49-F238E27FC236}">
                          <a16:creationId xmlns:a16="http://schemas.microsoft.com/office/drawing/2014/main" id="{B1AF8532-FADF-A5FC-802E-9B0EF1F49B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84628" y="3228392"/>
                      <a:ext cx="1007935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fr-CA" sz="1000" b="0" dirty="0">
                          <a:ea typeface="Cambria Math" panose="02040503050406030204" pitchFamily="18" charset="0"/>
                        </a:rPr>
                        <a:t>0.</a:t>
                      </a:r>
                      <a14:m>
                        <m:oMath xmlns:m="http://schemas.openxmlformats.org/officeDocument/2006/math">
                          <m:r>
                            <a:rPr lang="fr-CA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fr-CA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 </m:t>
                          </m:r>
                          <m:r>
                            <m:rPr>
                              <m:sty m:val="p"/>
                            </m:rPr>
                            <a:rPr lang="fr-CA" sz="1000" dirty="0">
                              <a:latin typeface="Cambria Math" panose="02040503050406030204" pitchFamily="18" charset="0"/>
                            </a:rPr>
                            <m:t>η</m:t>
                          </m:r>
                          <m:r>
                            <a:rPr lang="fr-CA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fr-CA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oMath>
                      </a14:m>
                      <a:endParaRPr lang="fr-FR" sz="1000" dirty="0"/>
                    </a:p>
                  </p:txBody>
                </p:sp>
              </mc:Choice>
              <mc:Fallback xmlns="">
                <p:sp>
                  <p:nvSpPr>
                    <p:cNvPr id="96" name="ZoneTexte 95">
                      <a:extLst>
                        <a:ext uri="{FF2B5EF4-FFF2-40B4-BE49-F238E27FC236}">
                          <a16:creationId xmlns:a16="http://schemas.microsoft.com/office/drawing/2014/main" id="{B1AF8532-FADF-A5FC-802E-9B0EF1F49B2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84628" y="3228392"/>
                      <a:ext cx="1007935" cy="246221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 b="-12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7" name="ZoneTexte 96">
                      <a:extLst>
                        <a:ext uri="{FF2B5EF4-FFF2-40B4-BE49-F238E27FC236}">
                          <a16:creationId xmlns:a16="http://schemas.microsoft.com/office/drawing/2014/main" id="{D1DDCC93-84C6-4860-67D3-8E9E2824025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84628" y="2386818"/>
                      <a:ext cx="1088426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fr-CA" sz="1000" b="0" i="0" smtClean="0">
                                <a:latin typeface="Cambria Math" panose="02040503050406030204" pitchFamily="18" charset="0"/>
                              </a:rPr>
                              <m:t>taux</m:t>
                            </m:r>
                          </m:oMath>
                        </m:oMathPara>
                      </a14:m>
                      <a:endParaRPr lang="fr-CA" sz="1000" b="0" dirty="0"/>
                    </a:p>
                    <a:p>
                      <a:pPr algn="ctr"/>
                      <a:r>
                        <a:rPr lang="fr-FR" sz="1000" dirty="0"/>
                        <a:t>d’apprentissage</a:t>
                      </a:r>
                    </a:p>
                  </p:txBody>
                </p:sp>
              </mc:Choice>
              <mc:Fallback xmlns="">
                <p:sp>
                  <p:nvSpPr>
                    <p:cNvPr id="97" name="ZoneTexte 96">
                      <a:extLst>
                        <a:ext uri="{FF2B5EF4-FFF2-40B4-BE49-F238E27FC236}">
                          <a16:creationId xmlns:a16="http://schemas.microsoft.com/office/drawing/2014/main" id="{D1DDCC93-84C6-4860-67D3-8E9E2824025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84628" y="2386818"/>
                      <a:ext cx="1088426" cy="400110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 b="-769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32" name="Groupe 131">
              <a:extLst>
                <a:ext uri="{FF2B5EF4-FFF2-40B4-BE49-F238E27FC236}">
                  <a16:creationId xmlns:a16="http://schemas.microsoft.com/office/drawing/2014/main" id="{D467FCE0-C2FF-E424-AA34-AC472194F875}"/>
                </a:ext>
              </a:extLst>
            </p:cNvPr>
            <p:cNvGrpSpPr/>
            <p:nvPr/>
          </p:nvGrpSpPr>
          <p:grpSpPr>
            <a:xfrm>
              <a:off x="1829410" y="3501244"/>
              <a:ext cx="2212747" cy="246221"/>
              <a:chOff x="1829410" y="3501244"/>
              <a:chExt cx="2212747" cy="2462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ZoneTexte 72">
                    <a:extLst>
                      <a:ext uri="{FF2B5EF4-FFF2-40B4-BE49-F238E27FC236}">
                        <a16:creationId xmlns:a16="http://schemas.microsoft.com/office/drawing/2014/main" id="{A1106F6E-E500-CA46-9CE4-D8FB2266DAAA}"/>
                      </a:ext>
                    </a:extLst>
                  </p:cNvPr>
                  <p:cNvSpPr txBox="1"/>
                  <p:nvPr/>
                </p:nvSpPr>
                <p:spPr>
                  <a:xfrm>
                    <a:off x="1829410" y="3501244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fr-CA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fr-CA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biai</m:t>
                          </m:r>
                          <m:r>
                            <a:rPr lang="fr-CA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fr-CA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fr-CA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 xmlns="">
              <p:sp>
                <p:nvSpPr>
                  <p:cNvPr id="73" name="ZoneTexte 72">
                    <a:extLst>
                      <a:ext uri="{FF2B5EF4-FFF2-40B4-BE49-F238E27FC236}">
                        <a16:creationId xmlns:a16="http://schemas.microsoft.com/office/drawing/2014/main" id="{A1106F6E-E500-CA46-9CE4-D8FB2266DA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29410" y="3501244"/>
                    <a:ext cx="1007935" cy="246221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2" name="ZoneTexte 121">
                    <a:extLst>
                      <a:ext uri="{FF2B5EF4-FFF2-40B4-BE49-F238E27FC236}">
                        <a16:creationId xmlns:a16="http://schemas.microsoft.com/office/drawing/2014/main" id="{B314E81E-D98F-7E24-343C-1E27A818C81F}"/>
                      </a:ext>
                    </a:extLst>
                  </p:cNvPr>
                  <p:cNvSpPr txBox="1"/>
                  <p:nvPr/>
                </p:nvSpPr>
                <p:spPr>
                  <a:xfrm>
                    <a:off x="2893303" y="3501244"/>
                    <a:ext cx="1148854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fr-CA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−0.1</m:t>
                          </m:r>
                          <m:r>
                            <a:rPr lang="fr-CA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Wn</m:t>
                          </m:r>
                          <m:r>
                            <a:rPr lang="fr-CA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fr-CA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 xmlns="">
              <p:sp>
                <p:nvSpPr>
                  <p:cNvPr id="122" name="ZoneTexte 121">
                    <a:extLst>
                      <a:ext uri="{FF2B5EF4-FFF2-40B4-BE49-F238E27FC236}">
                        <a16:creationId xmlns:a16="http://schemas.microsoft.com/office/drawing/2014/main" id="{B314E81E-D98F-7E24-343C-1E27A818C8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3303" y="3501244"/>
                    <a:ext cx="1148854" cy="246221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3" name="Groupe 132">
              <a:extLst>
                <a:ext uri="{FF2B5EF4-FFF2-40B4-BE49-F238E27FC236}">
                  <a16:creationId xmlns:a16="http://schemas.microsoft.com/office/drawing/2014/main" id="{610C1B73-EB22-4F20-AA96-A7B9885DF12B}"/>
                </a:ext>
              </a:extLst>
            </p:cNvPr>
            <p:cNvGrpSpPr/>
            <p:nvPr/>
          </p:nvGrpSpPr>
          <p:grpSpPr>
            <a:xfrm>
              <a:off x="1498930" y="3803419"/>
              <a:ext cx="4224441" cy="276999"/>
              <a:chOff x="1498930" y="3803419"/>
              <a:chExt cx="4224441" cy="27699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ZoneTexte 73">
                    <a:extLst>
                      <a:ext uri="{FF2B5EF4-FFF2-40B4-BE49-F238E27FC236}">
                        <a16:creationId xmlns:a16="http://schemas.microsoft.com/office/drawing/2014/main" id="{2F56ADF0-D7A2-A8AA-6C5B-3A67115279CD}"/>
                      </a:ext>
                    </a:extLst>
                  </p:cNvPr>
                  <p:cNvSpPr txBox="1"/>
                  <p:nvPr/>
                </p:nvSpPr>
                <p:spPr>
                  <a:xfrm>
                    <a:off x="1498930" y="3818808"/>
                    <a:ext cx="353090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</a:rPr>
                            <m:t>ax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 xmlns="">
              <p:sp>
                <p:nvSpPr>
                  <p:cNvPr id="74" name="ZoneTexte 73">
                    <a:extLst>
                      <a:ext uri="{FF2B5EF4-FFF2-40B4-BE49-F238E27FC236}">
                        <a16:creationId xmlns:a16="http://schemas.microsoft.com/office/drawing/2014/main" id="{2F56ADF0-D7A2-A8AA-6C5B-3A67115279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98930" y="3818808"/>
                    <a:ext cx="353090" cy="246221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8" name="Rectangle : coins arrondis 117">
                <a:extLst>
                  <a:ext uri="{FF2B5EF4-FFF2-40B4-BE49-F238E27FC236}">
                    <a16:creationId xmlns:a16="http://schemas.microsoft.com/office/drawing/2014/main" id="{79B0FAF1-40FD-9210-C949-D6F6CD610810}"/>
                  </a:ext>
                </a:extLst>
              </p:cNvPr>
              <p:cNvSpPr/>
              <p:nvPr/>
            </p:nvSpPr>
            <p:spPr>
              <a:xfrm>
                <a:off x="1992290" y="3803419"/>
                <a:ext cx="68217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3" name="Rectangle : coins arrondis 122">
                <a:extLst>
                  <a:ext uri="{FF2B5EF4-FFF2-40B4-BE49-F238E27FC236}">
                    <a16:creationId xmlns:a16="http://schemas.microsoft.com/office/drawing/2014/main" id="{2C5F0071-B974-C91C-24E1-FA837E210CBC}"/>
                  </a:ext>
                </a:extLst>
              </p:cNvPr>
              <p:cNvSpPr/>
              <p:nvPr/>
            </p:nvSpPr>
            <p:spPr>
              <a:xfrm>
                <a:off x="3056183" y="3803419"/>
                <a:ext cx="68217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7" name="Rectangle : coins arrondis 126">
                <a:extLst>
                  <a:ext uri="{FF2B5EF4-FFF2-40B4-BE49-F238E27FC236}">
                    <a16:creationId xmlns:a16="http://schemas.microsoft.com/office/drawing/2014/main" id="{43FA1D15-4D24-4049-33DA-B8D47CCC52E7}"/>
                  </a:ext>
                </a:extLst>
              </p:cNvPr>
              <p:cNvSpPr/>
              <p:nvPr/>
            </p:nvSpPr>
            <p:spPr>
              <a:xfrm>
                <a:off x="5041197" y="3803419"/>
                <a:ext cx="68217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ZoneTexte 127">
                    <a:extLst>
                      <a:ext uri="{FF2B5EF4-FFF2-40B4-BE49-F238E27FC236}">
                        <a16:creationId xmlns:a16="http://schemas.microsoft.com/office/drawing/2014/main" id="{CC21A7FE-842B-D00A-DE66-773C13813BB8}"/>
                      </a:ext>
                    </a:extLst>
                  </p:cNvPr>
                  <p:cNvSpPr txBox="1"/>
                  <p:nvPr/>
                </p:nvSpPr>
                <p:spPr>
                  <a:xfrm>
                    <a:off x="4276040" y="3818808"/>
                    <a:ext cx="6855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fr-CA" sz="1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é</m:t>
                          </m:r>
                          <m:r>
                            <m:rPr>
                              <m:sty m:val="p"/>
                            </m:rPr>
                            <a:rPr lang="fr-CA" sz="1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poques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 xmlns="">
              <p:sp>
                <p:nvSpPr>
                  <p:cNvPr id="128" name="ZoneTexte 127">
                    <a:extLst>
                      <a:ext uri="{FF2B5EF4-FFF2-40B4-BE49-F238E27FC236}">
                        <a16:creationId xmlns:a16="http://schemas.microsoft.com/office/drawing/2014/main" id="{CC21A7FE-842B-D00A-DE66-773C13813B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76040" y="3818808"/>
                    <a:ext cx="685535" cy="246221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1" name="Groupe 130">
              <a:extLst>
                <a:ext uri="{FF2B5EF4-FFF2-40B4-BE49-F238E27FC236}">
                  <a16:creationId xmlns:a16="http://schemas.microsoft.com/office/drawing/2014/main" id="{C7AE667E-19AD-84E8-1DBC-C6953DA4C35A}"/>
                </a:ext>
              </a:extLst>
            </p:cNvPr>
            <p:cNvGrpSpPr/>
            <p:nvPr/>
          </p:nvGrpSpPr>
          <p:grpSpPr>
            <a:xfrm>
              <a:off x="1495569" y="3163519"/>
              <a:ext cx="4227802" cy="276999"/>
              <a:chOff x="1495569" y="3163519"/>
              <a:chExt cx="4227802" cy="27699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ZoneTexte 91">
                    <a:extLst>
                      <a:ext uri="{FF2B5EF4-FFF2-40B4-BE49-F238E27FC236}">
                        <a16:creationId xmlns:a16="http://schemas.microsoft.com/office/drawing/2014/main" id="{D11B8FBC-127B-4313-3332-DFE59116A98A}"/>
                      </a:ext>
                    </a:extLst>
                  </p:cNvPr>
                  <p:cNvSpPr txBox="1"/>
                  <p:nvPr/>
                </p:nvSpPr>
                <p:spPr>
                  <a:xfrm>
                    <a:off x="1495569" y="3178908"/>
                    <a:ext cx="353090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 xmlns="">
              <p:sp>
                <p:nvSpPr>
                  <p:cNvPr id="92" name="ZoneTexte 91">
                    <a:extLst>
                      <a:ext uri="{FF2B5EF4-FFF2-40B4-BE49-F238E27FC236}">
                        <a16:creationId xmlns:a16="http://schemas.microsoft.com/office/drawing/2014/main" id="{D11B8FBC-127B-4313-3332-DFE59116A9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95569" y="3178908"/>
                    <a:ext cx="353090" cy="246221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2" name="Rectangle : coins arrondis 71">
                <a:extLst>
                  <a:ext uri="{FF2B5EF4-FFF2-40B4-BE49-F238E27FC236}">
                    <a16:creationId xmlns:a16="http://schemas.microsoft.com/office/drawing/2014/main" id="{8CF3741B-C898-B6D1-EB48-4AA6DD7B74A9}"/>
                  </a:ext>
                </a:extLst>
              </p:cNvPr>
              <p:cNvSpPr/>
              <p:nvPr/>
            </p:nvSpPr>
            <p:spPr>
              <a:xfrm>
                <a:off x="1992290" y="3163519"/>
                <a:ext cx="68217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1" name="Rectangle : coins arrondis 120">
                <a:extLst>
                  <a:ext uri="{FF2B5EF4-FFF2-40B4-BE49-F238E27FC236}">
                    <a16:creationId xmlns:a16="http://schemas.microsoft.com/office/drawing/2014/main" id="{422B61D5-06A2-5BBC-F5C5-B6D0B6BAB0BB}"/>
                  </a:ext>
                </a:extLst>
              </p:cNvPr>
              <p:cNvSpPr/>
              <p:nvPr/>
            </p:nvSpPr>
            <p:spPr>
              <a:xfrm>
                <a:off x="3056183" y="3163519"/>
                <a:ext cx="68217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5" name="Rectangle : coins arrondis 124">
                <a:extLst>
                  <a:ext uri="{FF2B5EF4-FFF2-40B4-BE49-F238E27FC236}">
                    <a16:creationId xmlns:a16="http://schemas.microsoft.com/office/drawing/2014/main" id="{B32585A4-52CD-9A8F-B3A5-EA2D203DF73D}"/>
                  </a:ext>
                </a:extLst>
              </p:cNvPr>
              <p:cNvSpPr/>
              <p:nvPr/>
            </p:nvSpPr>
            <p:spPr>
              <a:xfrm>
                <a:off x="5041197" y="3163519"/>
                <a:ext cx="68217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ZoneTexte 128">
                    <a:extLst>
                      <a:ext uri="{FF2B5EF4-FFF2-40B4-BE49-F238E27FC236}">
                        <a16:creationId xmlns:a16="http://schemas.microsoft.com/office/drawing/2014/main" id="{50206823-4105-CBE5-F054-292EE2316286}"/>
                      </a:ext>
                    </a:extLst>
                  </p:cNvPr>
                  <p:cNvSpPr txBox="1"/>
                  <p:nvPr/>
                </p:nvSpPr>
                <p:spPr>
                  <a:xfrm>
                    <a:off x="4276040" y="3178908"/>
                    <a:ext cx="682174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  <m:r>
                            <a:rPr lang="fr-CA" sz="1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CA" sz="1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it</m:t>
                          </m:r>
                          <m:r>
                            <a:rPr lang="fr-CA" sz="1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fr-CA" sz="1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rations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 xmlns="">
              <p:sp>
                <p:nvSpPr>
                  <p:cNvPr id="129" name="ZoneTexte 128">
                    <a:extLst>
                      <a:ext uri="{FF2B5EF4-FFF2-40B4-BE49-F238E27FC236}">
                        <a16:creationId xmlns:a16="http://schemas.microsoft.com/office/drawing/2014/main" id="{50206823-4105-CBE5-F054-292EE23162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76040" y="3178908"/>
                    <a:ext cx="682174" cy="246221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1786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394512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146F5-9CAB-6898-1739-C18B08BA9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0EBD1E8-64B8-CB8E-61C3-F5570D55592A}"/>
              </a:ext>
            </a:extLst>
          </p:cNvPr>
          <p:cNvSpPr txBox="1"/>
          <p:nvPr/>
        </p:nvSpPr>
        <p:spPr>
          <a:xfrm>
            <a:off x="4417680" y="537742"/>
            <a:ext cx="992124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1400" dirty="0"/>
              <a:t>lanceur</a:t>
            </a:r>
            <a:endParaRPr lang="fr-FR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19DDEA-DB84-9149-C949-CE33DFC0BE32}"/>
              </a:ext>
            </a:extLst>
          </p:cNvPr>
          <p:cNvSpPr/>
          <p:nvPr/>
        </p:nvSpPr>
        <p:spPr>
          <a:xfrm>
            <a:off x="4103433" y="534276"/>
            <a:ext cx="3706559" cy="35756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A9DBC97-9683-2566-7537-D0896BAA5219}"/>
              </a:ext>
            </a:extLst>
          </p:cNvPr>
          <p:cNvSpPr txBox="1"/>
          <p:nvPr/>
        </p:nvSpPr>
        <p:spPr>
          <a:xfrm>
            <a:off x="8371965" y="1955371"/>
            <a:ext cx="877824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CA" sz="1200" dirty="0"/>
              <a:t>exécuter</a:t>
            </a:r>
            <a:endParaRPr lang="fr-FR" sz="12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08FE14C-4E80-4CA1-49E8-B035D1A362A4}"/>
              </a:ext>
            </a:extLst>
          </p:cNvPr>
          <p:cNvSpPr txBox="1"/>
          <p:nvPr/>
        </p:nvSpPr>
        <p:spPr>
          <a:xfrm>
            <a:off x="8371965" y="1602508"/>
            <a:ext cx="877824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CA" sz="1200" dirty="0"/>
              <a:t>Set config</a:t>
            </a:r>
            <a:endParaRPr lang="fr-FR" sz="1200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58382986-69F2-574C-594E-E42943E706D8}"/>
              </a:ext>
            </a:extLst>
          </p:cNvPr>
          <p:cNvGrpSpPr/>
          <p:nvPr/>
        </p:nvGrpSpPr>
        <p:grpSpPr>
          <a:xfrm>
            <a:off x="2463849" y="539260"/>
            <a:ext cx="1640583" cy="1134207"/>
            <a:chOff x="3052571" y="388948"/>
            <a:chExt cx="1640583" cy="1134207"/>
          </a:xfrm>
        </p:grpSpPr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C78150A0-F937-C989-4293-744D36193DEF}"/>
                </a:ext>
              </a:extLst>
            </p:cNvPr>
            <p:cNvSpPr txBox="1"/>
            <p:nvPr/>
          </p:nvSpPr>
          <p:spPr>
            <a:xfrm>
              <a:off x="3052571" y="696726"/>
              <a:ext cx="12801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sz="1200" dirty="0"/>
                <a:t>Créer init réseau</a:t>
              </a:r>
            </a:p>
            <a:p>
              <a:r>
                <a:rPr lang="fr-CA" sz="1200" dirty="0"/>
                <a:t>modifie réseau</a:t>
              </a:r>
            </a:p>
            <a:p>
              <a:r>
                <a:rPr lang="fr-CA" sz="1200" dirty="0"/>
                <a:t>* Affiche réseau</a:t>
              </a:r>
              <a:endParaRPr lang="fr-FR" sz="12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E68C6BB-2B05-DC37-E108-D886E9738B34}"/>
                </a:ext>
              </a:extLst>
            </p:cNvPr>
            <p:cNvSpPr/>
            <p:nvPr/>
          </p:nvSpPr>
          <p:spPr>
            <a:xfrm>
              <a:off x="3052573" y="388948"/>
              <a:ext cx="1280157" cy="11342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C6A3156A-6D65-CB22-E89E-41B016DB8508}"/>
                </a:ext>
              </a:extLst>
            </p:cNvPr>
            <p:cNvSpPr txBox="1"/>
            <p:nvPr/>
          </p:nvSpPr>
          <p:spPr>
            <a:xfrm>
              <a:off x="3052572" y="388949"/>
              <a:ext cx="830556" cy="30777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CA" sz="1400" dirty="0">
                  <a:highlight>
                    <a:srgbClr val="FFFF00"/>
                  </a:highlight>
                </a:rPr>
                <a:t>réseau</a:t>
              </a:r>
              <a:endParaRPr lang="fr-FR" sz="1400" dirty="0">
                <a:highlight>
                  <a:srgbClr val="FFFF00"/>
                </a:highlight>
              </a:endParaRPr>
            </a:p>
          </p:txBody>
        </p:sp>
        <p:cxnSp>
          <p:nvCxnSpPr>
            <p:cNvPr id="51" name="Connecteur droit avec flèche 50">
              <a:extLst>
                <a:ext uri="{FF2B5EF4-FFF2-40B4-BE49-F238E27FC236}">
                  <a16:creationId xmlns:a16="http://schemas.microsoft.com/office/drawing/2014/main" id="{969E8B34-8119-4CDD-92DC-9981BCD9D1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728" y="584528"/>
              <a:ext cx="36042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1966FFE8-0F64-2C5C-CB24-86BE3421DEBB}"/>
              </a:ext>
            </a:extLst>
          </p:cNvPr>
          <p:cNvGrpSpPr/>
          <p:nvPr/>
        </p:nvGrpSpPr>
        <p:grpSpPr>
          <a:xfrm>
            <a:off x="7828278" y="2570923"/>
            <a:ext cx="1677923" cy="1138775"/>
            <a:chOff x="8499943" y="2932766"/>
            <a:chExt cx="1677923" cy="1138775"/>
          </a:xfrm>
        </p:grpSpPr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E63BCD74-4A58-A5A1-E6E5-3D16B9D2A40A}"/>
                </a:ext>
              </a:extLst>
            </p:cNvPr>
            <p:cNvSpPr txBox="1"/>
            <p:nvPr/>
          </p:nvSpPr>
          <p:spPr>
            <a:xfrm>
              <a:off x="8897707" y="3240544"/>
              <a:ext cx="12801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sz="1200" dirty="0" err="1"/>
                <a:t>Read_param</a:t>
              </a:r>
              <a:endParaRPr lang="fr-CA" sz="1200" dirty="0"/>
            </a:p>
            <a:p>
              <a:r>
                <a:rPr lang="fr-CA" sz="1200" dirty="0" err="1"/>
                <a:t>Write_param</a:t>
              </a:r>
              <a:endParaRPr lang="fr-CA" sz="1200" dirty="0"/>
            </a:p>
            <a:p>
              <a:r>
                <a:rPr lang="fr-CA" sz="1200" dirty="0"/>
                <a:t>Supprime ligne</a:t>
              </a:r>
            </a:p>
            <a:p>
              <a:r>
                <a:rPr lang="fr-CA" sz="1200" dirty="0"/>
                <a:t>Paramètres.txt </a:t>
              </a:r>
              <a:endParaRPr lang="fr-FR" sz="120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37E5680-6A55-4B40-A156-736FCAB323AD}"/>
                </a:ext>
              </a:extLst>
            </p:cNvPr>
            <p:cNvSpPr/>
            <p:nvPr/>
          </p:nvSpPr>
          <p:spPr>
            <a:xfrm>
              <a:off x="8897709" y="2932766"/>
              <a:ext cx="1280157" cy="113876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43148B3D-D1E4-B429-7D5D-FA33F9AA5A71}"/>
                </a:ext>
              </a:extLst>
            </p:cNvPr>
            <p:cNvSpPr txBox="1"/>
            <p:nvPr/>
          </p:nvSpPr>
          <p:spPr>
            <a:xfrm>
              <a:off x="8906851" y="2932767"/>
              <a:ext cx="1256540" cy="30777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CA" sz="1400" dirty="0">
                  <a:highlight>
                    <a:srgbClr val="FFFF00"/>
                  </a:highlight>
                </a:rPr>
                <a:t>service</a:t>
              </a:r>
              <a:endParaRPr lang="fr-FR" sz="1400" dirty="0">
                <a:highlight>
                  <a:srgbClr val="FFFF00"/>
                </a:highlight>
              </a:endParaRPr>
            </a:p>
          </p:txBody>
        </p:sp>
        <p:cxnSp>
          <p:nvCxnSpPr>
            <p:cNvPr id="58" name="Connecteur droit avec flèche 57">
              <a:extLst>
                <a:ext uri="{FF2B5EF4-FFF2-40B4-BE49-F238E27FC236}">
                  <a16:creationId xmlns:a16="http://schemas.microsoft.com/office/drawing/2014/main" id="{AA7F4B58-7D72-BF37-7327-4E66FDD2DCDB}"/>
                </a:ext>
              </a:extLst>
            </p:cNvPr>
            <p:cNvCxnSpPr>
              <a:cxnSpLocks/>
            </p:cNvCxnSpPr>
            <p:nvPr/>
          </p:nvCxnSpPr>
          <p:spPr>
            <a:xfrm>
              <a:off x="8499943" y="3064218"/>
              <a:ext cx="3977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ZoneTexte 82">
            <a:extLst>
              <a:ext uri="{FF2B5EF4-FFF2-40B4-BE49-F238E27FC236}">
                <a16:creationId xmlns:a16="http://schemas.microsoft.com/office/drawing/2014/main" id="{5145A132-6590-7866-2A0E-5801F306D6A1}"/>
              </a:ext>
            </a:extLst>
          </p:cNvPr>
          <p:cNvSpPr txBox="1"/>
          <p:nvPr/>
        </p:nvSpPr>
        <p:spPr>
          <a:xfrm>
            <a:off x="8546830" y="5908226"/>
            <a:ext cx="3360420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1200" u="sng" dirty="0"/>
              <a:t>Note</a:t>
            </a:r>
            <a:r>
              <a:rPr lang="fr-CA" sz="1200" dirty="0"/>
              <a:t>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sz="1200" dirty="0"/>
              <a:t>README.txt : comment utiliser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sz="1200" dirty="0"/>
              <a:t>Structure.md : squelette du projet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sz="1200" dirty="0"/>
              <a:t>Paramètres.txt : contient les paramètres </a:t>
            </a: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667C4828-9D22-3162-838B-1819258A9DD7}"/>
              </a:ext>
            </a:extLst>
          </p:cNvPr>
          <p:cNvSpPr txBox="1"/>
          <p:nvPr/>
        </p:nvSpPr>
        <p:spPr>
          <a:xfrm>
            <a:off x="4103432" y="4305095"/>
            <a:ext cx="3695123" cy="138499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u="sng" dirty="0"/>
              <a:t>Fct complémentaire</a:t>
            </a:r>
            <a:r>
              <a:rPr lang="fr-FR" sz="1200" dirty="0"/>
              <a:t> :</a:t>
            </a:r>
            <a:endParaRPr lang="fr-CA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sz="1200" dirty="0"/>
              <a:t>Autres fonctions d’activation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sz="1200" dirty="0"/>
              <a:t>Multicouche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sz="1200" dirty="0"/>
              <a:t>On peut modifier nb neurones/couches cachées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sz="1200" dirty="0" err="1"/>
              <a:t>eta</a:t>
            </a:r>
            <a:r>
              <a:rPr lang="fr-CA" sz="1200" dirty="0"/>
              <a:t> modifiable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sz="1200" dirty="0"/>
              <a:t>possibilité de choisir fichier sources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sz="1200" dirty="0"/>
              <a:t>Ajout option test unitaire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E7348AE-A1A7-4413-542D-70523F14C4E3}"/>
              </a:ext>
            </a:extLst>
          </p:cNvPr>
          <p:cNvSpPr txBox="1"/>
          <p:nvPr/>
        </p:nvSpPr>
        <p:spPr>
          <a:xfrm>
            <a:off x="4154487" y="983245"/>
            <a:ext cx="277977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sz="1200" dirty="0"/>
              <a:t>Créé fenêtre principale &amp; contenu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sz="1200" dirty="0"/>
              <a:t>Read-param &amp; initialise interface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sz="1200" dirty="0"/>
              <a:t>Set </a:t>
            </a:r>
            <a:r>
              <a:rPr lang="fr-CA" sz="1200" dirty="0" err="1"/>
              <a:t>reseau</a:t>
            </a:r>
            <a:r>
              <a:rPr lang="fr-CA" sz="1200" dirty="0"/>
              <a:t>=</a:t>
            </a:r>
            <a:r>
              <a:rPr lang="fr-CA" sz="1200" dirty="0" err="1"/>
              <a:t>Formalise+writre_param</a:t>
            </a:r>
            <a:endParaRPr lang="fr-F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Créer &amp; Initialise réseau </a:t>
            </a:r>
            <a:r>
              <a:rPr lang="fr-FR" sz="1200" dirty="0" err="1"/>
              <a:t>struct_reso</a:t>
            </a:r>
            <a:endParaRPr lang="fr-F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sz="1200" dirty="0"/>
              <a:t>Modifie réseau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Affiche </a:t>
            </a:r>
            <a:r>
              <a:rPr lang="fr-CA" sz="1200" dirty="0"/>
              <a:t>réseau </a:t>
            </a:r>
            <a:endParaRPr lang="fr-F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sz="1200" dirty="0"/>
              <a:t>Généralise-test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sz="1200" dirty="0"/>
              <a:t>Valide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sz="1200" dirty="0"/>
              <a:t>Apprend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Maj interface - Score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Set param.txt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FE037644-149E-6269-6900-A1DB3CED4219}"/>
              </a:ext>
            </a:extLst>
          </p:cNvPr>
          <p:cNvGrpSpPr/>
          <p:nvPr/>
        </p:nvGrpSpPr>
        <p:grpSpPr>
          <a:xfrm>
            <a:off x="7798561" y="534275"/>
            <a:ext cx="3438138" cy="954108"/>
            <a:chOff x="7159752" y="388949"/>
            <a:chExt cx="3438138" cy="954108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F2C3A914-02AC-9F8B-5053-F2BFB1E615FF}"/>
                </a:ext>
              </a:extLst>
            </p:cNvPr>
            <p:cNvGrpSpPr/>
            <p:nvPr/>
          </p:nvGrpSpPr>
          <p:grpSpPr>
            <a:xfrm>
              <a:off x="7532370" y="388949"/>
              <a:ext cx="1280159" cy="954108"/>
              <a:chOff x="1216151" y="1560724"/>
              <a:chExt cx="1280159" cy="954108"/>
            </a:xfrm>
          </p:grpSpPr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5E3A8A50-FC99-322A-031E-5B0BCE983AAA}"/>
                  </a:ext>
                </a:extLst>
              </p:cNvPr>
              <p:cNvSpPr txBox="1"/>
              <p:nvPr/>
            </p:nvSpPr>
            <p:spPr>
              <a:xfrm>
                <a:off x="1216151" y="1868501"/>
                <a:ext cx="128015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1200" dirty="0"/>
                  <a:t>Créer interface</a:t>
                </a:r>
              </a:p>
              <a:p>
                <a:r>
                  <a:rPr lang="fr-CA" sz="1200" dirty="0"/>
                  <a:t>initialise</a:t>
                </a:r>
              </a:p>
              <a:p>
                <a:r>
                  <a:rPr lang="fr-CA" sz="1200" dirty="0"/>
                  <a:t>Règle de control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A9EEDD3-3962-355E-869E-48BE16B0CE37}"/>
                  </a:ext>
                </a:extLst>
              </p:cNvPr>
              <p:cNvSpPr/>
              <p:nvPr/>
            </p:nvSpPr>
            <p:spPr>
              <a:xfrm>
                <a:off x="1216153" y="1560724"/>
                <a:ext cx="1280157" cy="95410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28625A16-1C9C-C75C-769C-FE75F7EC59D4}"/>
                  </a:ext>
                </a:extLst>
              </p:cNvPr>
              <p:cNvSpPr txBox="1"/>
              <p:nvPr/>
            </p:nvSpPr>
            <p:spPr>
              <a:xfrm>
                <a:off x="1216151" y="1560724"/>
                <a:ext cx="992123" cy="307777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CA" sz="1400" dirty="0">
                    <a:highlight>
                      <a:srgbClr val="FFFF00"/>
                    </a:highlight>
                  </a:rPr>
                  <a:t>interface</a:t>
                </a:r>
                <a:endParaRPr lang="fr-FR" sz="1400" dirty="0"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9B641BC4-4EF7-3E10-70EE-685342A9EC24}"/>
                </a:ext>
              </a:extLst>
            </p:cNvPr>
            <p:cNvGrpSpPr/>
            <p:nvPr/>
          </p:nvGrpSpPr>
          <p:grpSpPr>
            <a:xfrm>
              <a:off x="9172953" y="388949"/>
              <a:ext cx="1424937" cy="954108"/>
              <a:chOff x="1216150" y="1560724"/>
              <a:chExt cx="1424937" cy="954108"/>
            </a:xfrm>
          </p:grpSpPr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92EC42E1-209F-85EB-E246-C72271CA116E}"/>
                  </a:ext>
                </a:extLst>
              </p:cNvPr>
              <p:cNvSpPr txBox="1"/>
              <p:nvPr/>
            </p:nvSpPr>
            <p:spPr>
              <a:xfrm>
                <a:off x="1216150" y="1868501"/>
                <a:ext cx="142493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1200" dirty="0"/>
                  <a:t>Contient</a:t>
                </a:r>
              </a:p>
              <a:p>
                <a:r>
                  <a:rPr lang="fr-CA" sz="1200" dirty="0"/>
                  <a:t>Param de config</a:t>
                </a:r>
              </a:p>
              <a:p>
                <a:r>
                  <a:rPr lang="fr-CA" sz="1200" dirty="0"/>
                  <a:t>interface</a:t>
                </a:r>
                <a:endParaRPr lang="fr-FR" sz="1200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360268D-CF85-305D-3532-5D7198DB61E4}"/>
                  </a:ext>
                </a:extLst>
              </p:cNvPr>
              <p:cNvSpPr/>
              <p:nvPr/>
            </p:nvSpPr>
            <p:spPr>
              <a:xfrm>
                <a:off x="1216153" y="1560724"/>
                <a:ext cx="1280157" cy="95410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E8AB8A65-6FEB-2C02-AF60-C11814AAC1E6}"/>
                  </a:ext>
                </a:extLst>
              </p:cNvPr>
              <p:cNvSpPr txBox="1"/>
              <p:nvPr/>
            </p:nvSpPr>
            <p:spPr>
              <a:xfrm>
                <a:off x="1216150" y="1560724"/>
                <a:ext cx="830556" cy="307777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CA" sz="1400" dirty="0" err="1">
                    <a:highlight>
                      <a:srgbClr val="FFFF00"/>
                    </a:highlight>
                  </a:rPr>
                  <a:t>Layout</a:t>
                </a:r>
                <a:r>
                  <a:rPr lang="fr-CA" sz="1400" dirty="0"/>
                  <a:t> </a:t>
                </a:r>
                <a:endParaRPr lang="fr-FR" sz="1400" dirty="0"/>
              </a:p>
            </p:txBody>
          </p:sp>
        </p:grpSp>
        <p:cxnSp>
          <p:nvCxnSpPr>
            <p:cNvPr id="41" name="Connecteur droit avec flèche 40">
              <a:extLst>
                <a:ext uri="{FF2B5EF4-FFF2-40B4-BE49-F238E27FC236}">
                  <a16:creationId xmlns:a16="http://schemas.microsoft.com/office/drawing/2014/main" id="{B38145F3-CD39-7713-8567-82C40400CF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12528" y="557804"/>
              <a:ext cx="36042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eur droit avec flèche 41">
              <a:extLst>
                <a:ext uri="{FF2B5EF4-FFF2-40B4-BE49-F238E27FC236}">
                  <a16:creationId xmlns:a16="http://schemas.microsoft.com/office/drawing/2014/main" id="{6823BC94-D746-64ED-1305-B7EA8718E7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9752" y="557804"/>
              <a:ext cx="36042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B1484534-62A0-F7C9-3EBE-059F585CAD8A}"/>
              </a:ext>
            </a:extLst>
          </p:cNvPr>
          <p:cNvGrpSpPr/>
          <p:nvPr/>
        </p:nvGrpSpPr>
        <p:grpSpPr>
          <a:xfrm>
            <a:off x="2484185" y="1954118"/>
            <a:ext cx="1280159" cy="954108"/>
            <a:chOff x="1216151" y="1560724"/>
            <a:chExt cx="1280159" cy="954108"/>
          </a:xfrm>
        </p:grpSpPr>
        <p:sp>
          <p:nvSpPr>
            <p:cNvPr id="60" name="ZoneTexte 59">
              <a:extLst>
                <a:ext uri="{FF2B5EF4-FFF2-40B4-BE49-F238E27FC236}">
                  <a16:creationId xmlns:a16="http://schemas.microsoft.com/office/drawing/2014/main" id="{98293E4C-7B3F-9B46-EA14-9C19F78FB816}"/>
                </a:ext>
              </a:extLst>
            </p:cNvPr>
            <p:cNvSpPr txBox="1"/>
            <p:nvPr/>
          </p:nvSpPr>
          <p:spPr>
            <a:xfrm>
              <a:off x="1216151" y="1868501"/>
              <a:ext cx="12801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sz="1200" dirty="0"/>
                <a:t>Lire in folder</a:t>
              </a:r>
            </a:p>
            <a:p>
              <a:r>
                <a:rPr lang="fr-CA" sz="1200" dirty="0"/>
                <a:t>formate</a:t>
              </a:r>
            </a:p>
            <a:p>
              <a:r>
                <a:rPr lang="fr-CA" sz="1200" dirty="0"/>
                <a:t>Donne in et out </a:t>
              </a:r>
              <a:endParaRPr lang="fr-FR" sz="1200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6454154-1205-57FB-04A2-E7AF2515A4DB}"/>
                </a:ext>
              </a:extLst>
            </p:cNvPr>
            <p:cNvSpPr/>
            <p:nvPr/>
          </p:nvSpPr>
          <p:spPr>
            <a:xfrm>
              <a:off x="1216153" y="1560724"/>
              <a:ext cx="1280157" cy="9541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04A21F31-9468-4EA8-8F49-E5A0B6604376}"/>
                </a:ext>
              </a:extLst>
            </p:cNvPr>
            <p:cNvSpPr txBox="1"/>
            <p:nvPr/>
          </p:nvSpPr>
          <p:spPr>
            <a:xfrm>
              <a:off x="1216152" y="1560724"/>
              <a:ext cx="1229104" cy="30777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CA" sz="1400" dirty="0"/>
                <a:t>loader</a:t>
              </a:r>
              <a:endParaRPr lang="fr-FR" sz="1400" dirty="0"/>
            </a:p>
          </p:txBody>
        </p:sp>
      </p:grpSp>
      <p:grpSp>
        <p:nvGrpSpPr>
          <p:cNvPr id="66" name="Groupe 65">
            <a:extLst>
              <a:ext uri="{FF2B5EF4-FFF2-40B4-BE49-F238E27FC236}">
                <a16:creationId xmlns:a16="http://schemas.microsoft.com/office/drawing/2014/main" id="{D4DDEDEA-2789-7F8E-AE1D-12F97A8B6A4D}"/>
              </a:ext>
            </a:extLst>
          </p:cNvPr>
          <p:cNvGrpSpPr/>
          <p:nvPr/>
        </p:nvGrpSpPr>
        <p:grpSpPr>
          <a:xfrm>
            <a:off x="2476375" y="3155819"/>
            <a:ext cx="1338073" cy="954108"/>
            <a:chOff x="1216151" y="1560724"/>
            <a:chExt cx="1338073" cy="954108"/>
          </a:xfrm>
        </p:grpSpPr>
        <p:sp>
          <p:nvSpPr>
            <p:cNvPr id="67" name="ZoneTexte 66">
              <a:extLst>
                <a:ext uri="{FF2B5EF4-FFF2-40B4-BE49-F238E27FC236}">
                  <a16:creationId xmlns:a16="http://schemas.microsoft.com/office/drawing/2014/main" id="{8F03E777-5262-B4E9-A1D7-09E16B1315CE}"/>
                </a:ext>
              </a:extLst>
            </p:cNvPr>
            <p:cNvSpPr txBox="1"/>
            <p:nvPr/>
          </p:nvSpPr>
          <p:spPr>
            <a:xfrm>
              <a:off x="1216151" y="1868501"/>
              <a:ext cx="13380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sz="1200" dirty="0"/>
                <a:t>Résout un cycle</a:t>
              </a:r>
            </a:p>
            <a:p>
              <a:r>
                <a:rPr lang="fr-CA" sz="1200" dirty="0"/>
                <a:t>Affiche - console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68723EF-AAED-214B-ED26-44D7E2544340}"/>
                </a:ext>
              </a:extLst>
            </p:cNvPr>
            <p:cNvSpPr/>
            <p:nvPr/>
          </p:nvSpPr>
          <p:spPr>
            <a:xfrm>
              <a:off x="1216153" y="1560724"/>
              <a:ext cx="1280157" cy="9541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F01A0AEA-B8E1-2858-05A8-7F001464A713}"/>
                </a:ext>
              </a:extLst>
            </p:cNvPr>
            <p:cNvSpPr txBox="1"/>
            <p:nvPr/>
          </p:nvSpPr>
          <p:spPr>
            <a:xfrm>
              <a:off x="1216152" y="1560724"/>
              <a:ext cx="1261872" cy="276999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200" dirty="0" err="1"/>
                <a:t>backpp</a:t>
              </a:r>
              <a:endParaRPr lang="fr-FR" sz="1200" dirty="0"/>
            </a:p>
          </p:txBody>
        </p:sp>
      </p:grpSp>
      <p:grpSp>
        <p:nvGrpSpPr>
          <p:cNvPr id="87" name="Groupe 86">
            <a:extLst>
              <a:ext uri="{FF2B5EF4-FFF2-40B4-BE49-F238E27FC236}">
                <a16:creationId xmlns:a16="http://schemas.microsoft.com/office/drawing/2014/main" id="{0F4C3AF3-F8AA-357C-465D-14D9F75901F6}"/>
              </a:ext>
            </a:extLst>
          </p:cNvPr>
          <p:cNvGrpSpPr/>
          <p:nvPr/>
        </p:nvGrpSpPr>
        <p:grpSpPr>
          <a:xfrm>
            <a:off x="2476375" y="4383617"/>
            <a:ext cx="1280159" cy="1138776"/>
            <a:chOff x="1287757" y="4489149"/>
            <a:chExt cx="1280159" cy="1138776"/>
          </a:xfrm>
        </p:grpSpPr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C1361F2E-C3CF-EDE3-40CE-60B3CA71FC63}"/>
                </a:ext>
              </a:extLst>
            </p:cNvPr>
            <p:cNvSpPr txBox="1"/>
            <p:nvPr/>
          </p:nvSpPr>
          <p:spPr>
            <a:xfrm>
              <a:off x="1287757" y="4796927"/>
              <a:ext cx="12801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sz="1200" dirty="0"/>
                <a:t>1-sigmoide</a:t>
              </a:r>
            </a:p>
            <a:p>
              <a:r>
                <a:rPr lang="fr-CA" sz="1200" dirty="0"/>
                <a:t>2-tan</a:t>
              </a:r>
            </a:p>
            <a:p>
              <a:r>
                <a:rPr lang="fr-CA" sz="1200" dirty="0"/>
                <a:t>3-tanh</a:t>
              </a:r>
            </a:p>
            <a:p>
              <a:r>
                <a:rPr lang="fr-CA" sz="1200" dirty="0"/>
                <a:t>4-gelu </a:t>
              </a:r>
              <a:endParaRPr lang="fr-FR" sz="1200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24CED77-8724-FC07-5A6A-A4A26E7B344E}"/>
                </a:ext>
              </a:extLst>
            </p:cNvPr>
            <p:cNvSpPr/>
            <p:nvPr/>
          </p:nvSpPr>
          <p:spPr>
            <a:xfrm>
              <a:off x="1287759" y="4489149"/>
              <a:ext cx="1280157" cy="11387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9" name="ZoneTexte 78">
              <a:extLst>
                <a:ext uri="{FF2B5EF4-FFF2-40B4-BE49-F238E27FC236}">
                  <a16:creationId xmlns:a16="http://schemas.microsoft.com/office/drawing/2014/main" id="{F3492BC5-37B0-2C9E-74BB-9D1B167A0F10}"/>
                </a:ext>
              </a:extLst>
            </p:cNvPr>
            <p:cNvSpPr txBox="1"/>
            <p:nvPr/>
          </p:nvSpPr>
          <p:spPr>
            <a:xfrm>
              <a:off x="1287757" y="4489150"/>
              <a:ext cx="1280157" cy="276999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CA" sz="1200" dirty="0">
                  <a:highlight>
                    <a:srgbClr val="FFFF00"/>
                  </a:highlight>
                </a:rPr>
                <a:t>F</a:t>
              </a:r>
              <a:r>
                <a:rPr lang="fr-FR" sz="1200" dirty="0">
                  <a:highlight>
                    <a:srgbClr val="FFFF00"/>
                  </a:highlight>
                </a:rPr>
                <a:t>ct_</a:t>
              </a:r>
              <a:r>
                <a:rPr lang="fr-CA" sz="1200" dirty="0">
                  <a:highlight>
                    <a:srgbClr val="FFFF00"/>
                  </a:highlight>
                </a:rPr>
                <a:t>d'activation </a:t>
              </a:r>
              <a:endParaRPr lang="fr-FR" sz="1200" dirty="0">
                <a:highlight>
                  <a:srgbClr val="FFFF00"/>
                </a:highlight>
              </a:endParaRPr>
            </a:p>
          </p:txBody>
        </p:sp>
      </p:grp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8D6AA715-FF6C-18B1-57A5-F91B93981C71}"/>
              </a:ext>
            </a:extLst>
          </p:cNvPr>
          <p:cNvCxnSpPr>
            <a:cxnSpLocks/>
          </p:cNvCxnSpPr>
          <p:nvPr/>
        </p:nvCxnSpPr>
        <p:spPr>
          <a:xfrm>
            <a:off x="3170920" y="4109927"/>
            <a:ext cx="0" cy="2923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5FDF7EF2-1E05-5AA0-446E-C309FB20EB49}"/>
              </a:ext>
            </a:extLst>
          </p:cNvPr>
          <p:cNvCxnSpPr>
            <a:cxnSpLocks/>
          </p:cNvCxnSpPr>
          <p:nvPr/>
        </p:nvCxnSpPr>
        <p:spPr>
          <a:xfrm flipH="1">
            <a:off x="3763394" y="3309186"/>
            <a:ext cx="36042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157E77A1-0C8E-0729-770A-10BC85B19DA7}"/>
              </a:ext>
            </a:extLst>
          </p:cNvPr>
          <p:cNvCxnSpPr>
            <a:cxnSpLocks/>
          </p:cNvCxnSpPr>
          <p:nvPr/>
        </p:nvCxnSpPr>
        <p:spPr>
          <a:xfrm flipH="1">
            <a:off x="3764344" y="2102089"/>
            <a:ext cx="36042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007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0AF198B3-1FB5-CFC5-68DD-69265BFEB010}"/>
              </a:ext>
            </a:extLst>
          </p:cNvPr>
          <p:cNvGrpSpPr/>
          <p:nvPr/>
        </p:nvGrpSpPr>
        <p:grpSpPr>
          <a:xfrm>
            <a:off x="0" y="0"/>
            <a:ext cx="1280159" cy="954108"/>
            <a:chOff x="1216151" y="1560724"/>
            <a:chExt cx="1280159" cy="954108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5D500925-B128-0405-9A68-981C41F92412}"/>
                </a:ext>
              </a:extLst>
            </p:cNvPr>
            <p:cNvSpPr txBox="1"/>
            <p:nvPr/>
          </p:nvSpPr>
          <p:spPr>
            <a:xfrm>
              <a:off x="1216151" y="1868501"/>
              <a:ext cx="12801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sz="1200" dirty="0"/>
                <a:t>Généralise-test</a:t>
              </a:r>
            </a:p>
            <a:p>
              <a:r>
                <a:rPr lang="fr-CA" sz="1200" dirty="0"/>
                <a:t>Valide</a:t>
              </a:r>
            </a:p>
            <a:p>
              <a:r>
                <a:rPr lang="fr-CA" sz="1200" dirty="0"/>
                <a:t>Apprend </a:t>
              </a:r>
              <a:endParaRPr lang="fr-FR" sz="120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C2AE61-0F7E-C8EB-4334-51C366957E52}"/>
                </a:ext>
              </a:extLst>
            </p:cNvPr>
            <p:cNvSpPr/>
            <p:nvPr/>
          </p:nvSpPr>
          <p:spPr>
            <a:xfrm>
              <a:off x="1216153" y="1560724"/>
              <a:ext cx="1280157" cy="9541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02608FBE-FDAC-E83C-1A6A-87D6D2C39388}"/>
                </a:ext>
              </a:extLst>
            </p:cNvPr>
            <p:cNvSpPr txBox="1"/>
            <p:nvPr/>
          </p:nvSpPr>
          <p:spPr>
            <a:xfrm>
              <a:off x="1216152" y="1560724"/>
              <a:ext cx="830556" cy="30777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CA" sz="1400" dirty="0"/>
                <a:t>loader</a:t>
              </a:r>
              <a:endParaRPr lang="fr-FR" sz="1400" dirty="0"/>
            </a:p>
          </p:txBody>
        </p:sp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22CB4ADC-D86F-E1AC-D28C-232905C3526F}"/>
              </a:ext>
            </a:extLst>
          </p:cNvPr>
          <p:cNvSpPr txBox="1"/>
          <p:nvPr/>
        </p:nvSpPr>
        <p:spPr>
          <a:xfrm>
            <a:off x="1472184" y="0"/>
            <a:ext cx="7735824" cy="230832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/>
              <a:t>Tu dois </a:t>
            </a:r>
            <a:r>
              <a:rPr lang="fr-FR" sz="1200" dirty="0" err="1"/>
              <a:t>cree</a:t>
            </a:r>
            <a:r>
              <a:rPr lang="fr-FR" sz="1200" dirty="0"/>
              <a:t> un module lab1/loader.py</a:t>
            </a:r>
          </a:p>
          <a:p>
            <a:r>
              <a:rPr lang="fr-FR" sz="1200" dirty="0"/>
              <a:t>Tu dois </a:t>
            </a:r>
            <a:r>
              <a:rPr lang="fr-FR" sz="1200" dirty="0" err="1"/>
              <a:t>creer</a:t>
            </a:r>
            <a:r>
              <a:rPr lang="fr-FR" sz="1200" dirty="0"/>
              <a:t> ces </a:t>
            </a:r>
            <a:r>
              <a:rPr lang="fr-FR" sz="1200" dirty="0" err="1"/>
              <a:t>varibles</a:t>
            </a:r>
            <a:r>
              <a:rPr lang="fr-FR" sz="1200" dirty="0"/>
              <a:t> et les initialiser comme suit</a:t>
            </a:r>
          </a:p>
          <a:p>
            <a:r>
              <a:rPr lang="fr-FR" sz="1200" dirty="0"/>
              <a:t>	</a:t>
            </a:r>
            <a:r>
              <a:rPr lang="fr-FR" sz="1200" dirty="0" err="1"/>
              <a:t>n_in:nombre</a:t>
            </a:r>
            <a:r>
              <a:rPr lang="fr-FR" sz="1200" dirty="0"/>
              <a:t> d'</a:t>
            </a:r>
            <a:r>
              <a:rPr lang="fr-FR" sz="1200" dirty="0" err="1"/>
              <a:t>entrees</a:t>
            </a:r>
            <a:r>
              <a:rPr lang="fr-FR" sz="1200" dirty="0"/>
              <a:t> = 2</a:t>
            </a:r>
          </a:p>
          <a:p>
            <a:r>
              <a:rPr lang="fr-FR" sz="1200" dirty="0"/>
              <a:t>	</a:t>
            </a:r>
            <a:r>
              <a:rPr lang="fr-FR" sz="1200" dirty="0" err="1"/>
              <a:t>n_c:nombre</a:t>
            </a:r>
            <a:r>
              <a:rPr lang="fr-FR" sz="1200" dirty="0"/>
              <a:t> de couche  y </a:t>
            </a:r>
            <a:r>
              <a:rPr lang="fr-FR" sz="1200" dirty="0" err="1"/>
              <a:t>compric</a:t>
            </a:r>
            <a:r>
              <a:rPr lang="fr-FR" sz="1200" dirty="0"/>
              <a:t> celle de sortie = 2</a:t>
            </a:r>
          </a:p>
          <a:p>
            <a:r>
              <a:rPr lang="fr-FR" sz="1200" dirty="0"/>
              <a:t>	</a:t>
            </a:r>
            <a:r>
              <a:rPr lang="fr-FR" sz="1200" dirty="0" err="1"/>
              <a:t>N_b:une</a:t>
            </a:r>
            <a:r>
              <a:rPr lang="fr-FR" sz="1200" dirty="0"/>
              <a:t> liste contenant des valeurs.</a:t>
            </a:r>
          </a:p>
          <a:p>
            <a:r>
              <a:rPr lang="fr-FR" sz="1200" dirty="0"/>
              <a:t>		chaque valeur </a:t>
            </a:r>
            <a:r>
              <a:rPr lang="fr-FR" sz="1200" dirty="0" err="1"/>
              <a:t>represente</a:t>
            </a:r>
            <a:r>
              <a:rPr lang="fr-FR" sz="1200" dirty="0"/>
              <a:t> le nombre de neurone dans la couche correspondante, [2, 1]</a:t>
            </a:r>
          </a:p>
          <a:p>
            <a:r>
              <a:rPr lang="fr-FR" sz="1200" dirty="0"/>
              <a:t>		la position de chaque valeur correspond a celle de la couche</a:t>
            </a:r>
          </a:p>
          <a:p>
            <a:r>
              <a:rPr lang="fr-FR" sz="1200" dirty="0"/>
              <a:t>	biais=	[1, 5], valeur min et max d'un biais (sert a la </a:t>
            </a:r>
            <a:r>
              <a:rPr lang="fr-FR" sz="1200" dirty="0" err="1"/>
              <a:t>generation</a:t>
            </a:r>
            <a:r>
              <a:rPr lang="fr-FR" sz="1200" dirty="0"/>
              <a:t> automatique)</a:t>
            </a:r>
          </a:p>
          <a:p>
            <a:r>
              <a:rPr lang="fr-FR" sz="1200" dirty="0"/>
              <a:t>	poids=	[-0.1, 0.1], valeur min et max d'un poids (sert a la </a:t>
            </a:r>
            <a:r>
              <a:rPr lang="fr-FR" sz="1200" dirty="0" err="1"/>
              <a:t>generation</a:t>
            </a:r>
            <a:r>
              <a:rPr lang="fr-FR" sz="1200" dirty="0"/>
              <a:t> automatique)</a:t>
            </a:r>
          </a:p>
          <a:p>
            <a:r>
              <a:rPr lang="fr-FR" sz="1200" dirty="0"/>
              <a:t>	X={0,1} listes des valeurs </a:t>
            </a:r>
            <a:r>
              <a:rPr lang="fr-FR" sz="1200" dirty="0" err="1"/>
              <a:t>posibles</a:t>
            </a:r>
            <a:r>
              <a:rPr lang="fr-FR" sz="1200" dirty="0"/>
              <a:t> des </a:t>
            </a:r>
            <a:r>
              <a:rPr lang="fr-FR" sz="1200" dirty="0" err="1"/>
              <a:t>entrees</a:t>
            </a:r>
            <a:r>
              <a:rPr lang="fr-FR" sz="1200" dirty="0"/>
              <a:t> x (sert a la </a:t>
            </a:r>
            <a:r>
              <a:rPr lang="fr-FR" sz="1200" dirty="0" err="1"/>
              <a:t>generation</a:t>
            </a:r>
            <a:r>
              <a:rPr lang="fr-FR" sz="1200" dirty="0"/>
              <a:t> automatique)</a:t>
            </a:r>
          </a:p>
          <a:p>
            <a:r>
              <a:rPr lang="fr-FR" sz="1200" dirty="0"/>
              <a:t>	D={0,1} listes des valeurs </a:t>
            </a:r>
            <a:r>
              <a:rPr lang="fr-FR" sz="1200" dirty="0" err="1"/>
              <a:t>posibles</a:t>
            </a:r>
            <a:r>
              <a:rPr lang="fr-FR" sz="1200" dirty="0"/>
              <a:t> des sorties x (sert a la </a:t>
            </a:r>
            <a:r>
              <a:rPr lang="fr-FR" sz="1200" dirty="0" err="1"/>
              <a:t>generation</a:t>
            </a:r>
            <a:r>
              <a:rPr lang="fr-FR" sz="1200" dirty="0"/>
              <a:t> automatique)</a:t>
            </a:r>
          </a:p>
          <a:p>
            <a:r>
              <a:rPr lang="fr-FR" sz="1200" dirty="0"/>
              <a:t>	</a:t>
            </a:r>
            <a:r>
              <a:rPr lang="fr-FR" sz="1200" dirty="0" err="1"/>
              <a:t>n_fct</a:t>
            </a:r>
            <a:r>
              <a:rPr lang="fr-FR" sz="1200" dirty="0"/>
              <a:t>=1 </a:t>
            </a:r>
            <a:r>
              <a:rPr lang="fr-FR" sz="1200" dirty="0" err="1"/>
              <a:t>numero</a:t>
            </a:r>
            <a:r>
              <a:rPr lang="fr-FR" sz="1200" dirty="0"/>
              <a:t> de la fonction d'activation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FAAF76C-91A6-E453-3941-5DD768D13B17}"/>
              </a:ext>
            </a:extLst>
          </p:cNvPr>
          <p:cNvSpPr txBox="1"/>
          <p:nvPr/>
        </p:nvSpPr>
        <p:spPr>
          <a:xfrm>
            <a:off x="9485376" y="0"/>
            <a:ext cx="2468879" cy="2769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1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</a:t>
            </a:r>
            <a:r>
              <a:rPr lang="fr-CA" sz="1200" dirty="0"/>
              <a:t> : 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667961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C6908E40-811F-BFBD-4FE9-89CC7DF97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539846"/>
              </p:ext>
            </p:extLst>
          </p:nvPr>
        </p:nvGraphicFramePr>
        <p:xfrm>
          <a:off x="320040" y="719666"/>
          <a:ext cx="11594592" cy="270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3410">
                  <a:extLst>
                    <a:ext uri="{9D8B030D-6E8A-4147-A177-3AD203B41FA5}">
                      <a16:colId xmlns:a16="http://schemas.microsoft.com/office/drawing/2014/main" val="2800619345"/>
                    </a:ext>
                  </a:extLst>
                </a:gridCol>
                <a:gridCol w="2413125">
                  <a:extLst>
                    <a:ext uri="{9D8B030D-6E8A-4147-A177-3AD203B41FA5}">
                      <a16:colId xmlns:a16="http://schemas.microsoft.com/office/drawing/2014/main" val="3269729449"/>
                    </a:ext>
                  </a:extLst>
                </a:gridCol>
                <a:gridCol w="1304391">
                  <a:extLst>
                    <a:ext uri="{9D8B030D-6E8A-4147-A177-3AD203B41FA5}">
                      <a16:colId xmlns:a16="http://schemas.microsoft.com/office/drawing/2014/main" val="3070829796"/>
                    </a:ext>
                  </a:extLst>
                </a:gridCol>
                <a:gridCol w="1253666">
                  <a:extLst>
                    <a:ext uri="{9D8B030D-6E8A-4147-A177-3AD203B41FA5}">
                      <a16:colId xmlns:a16="http://schemas.microsoft.com/office/drawing/2014/main" val="3451734524"/>
                    </a:ext>
                  </a:extLst>
                </a:gridCol>
              </a:tblGrid>
              <a:tr h="695267">
                <a:tc>
                  <a:txBody>
                    <a:bodyPr/>
                    <a:lstStyle/>
                    <a:p>
                      <a:r>
                        <a:rPr lang="fr-CA" dirty="0"/>
                        <a:t>Description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responsable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Début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Fin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538959"/>
                  </a:ext>
                </a:extLst>
              </a:tr>
              <a:tr h="402813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192872"/>
                  </a:ext>
                </a:extLst>
              </a:tr>
              <a:tr h="402813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375523"/>
                  </a:ext>
                </a:extLst>
              </a:tr>
              <a:tr h="402813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137538"/>
                  </a:ext>
                </a:extLst>
              </a:tr>
              <a:tr h="402813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283950"/>
                  </a:ext>
                </a:extLst>
              </a:tr>
              <a:tr h="402813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722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9337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1330</TotalTime>
  <Words>430</Words>
  <Application>Microsoft Office PowerPoint</Application>
  <PresentationFormat>Grand écran</PresentationFormat>
  <Paragraphs>106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Amouzou, Komi Mekaeli</dc:creator>
  <cp:lastModifiedBy>Amouzou, Komi Mekaeli</cp:lastModifiedBy>
  <cp:revision>1</cp:revision>
  <dcterms:created xsi:type="dcterms:W3CDTF">2026-01-25T18:04:50Z</dcterms:created>
  <dcterms:modified xsi:type="dcterms:W3CDTF">2026-01-30T15:40:03Z</dcterms:modified>
</cp:coreProperties>
</file>