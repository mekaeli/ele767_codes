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DB28CD-2B01-4AD2-913A-D0AC259E0E1D}" v="366" dt="2026-01-25T19:07:41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ouzou, Komi Mekaeli" userId="020e202c-3c4c-4e52-9bfa-205f5f67fc05" providerId="ADAL" clId="{DFF75377-3DF0-4A60-90BA-EBCBE8F9083E}"/>
    <pc:docChg chg="undo custSel addSld modSld">
      <pc:chgData name="Amouzou, Komi Mekaeli" userId="020e202c-3c4c-4e52-9bfa-205f5f67fc05" providerId="ADAL" clId="{DFF75377-3DF0-4A60-90BA-EBCBE8F9083E}" dt="2026-01-25T19:22:54.218" v="1121" actId="20577"/>
      <pc:docMkLst>
        <pc:docMk/>
      </pc:docMkLst>
      <pc:sldChg chg="addSp delSp modSp new mod">
        <pc:chgData name="Amouzou, Komi Mekaeli" userId="020e202c-3c4c-4e52-9bfa-205f5f67fc05" providerId="ADAL" clId="{DFF75377-3DF0-4A60-90BA-EBCBE8F9083E}" dt="2026-01-25T19:22:54.218" v="1121" actId="20577"/>
        <pc:sldMkLst>
          <pc:docMk/>
          <pc:sldMk cId="3394512739" sldId="256"/>
        </pc:sldMkLst>
        <pc:spChg chg="del">
          <ac:chgData name="Amouzou, Komi Mekaeli" userId="020e202c-3c4c-4e52-9bfa-205f5f67fc05" providerId="ADAL" clId="{DFF75377-3DF0-4A60-90BA-EBCBE8F9083E}" dt="2026-01-25T18:05:37.109" v="1" actId="478"/>
          <ac:spMkLst>
            <pc:docMk/>
            <pc:sldMk cId="3394512739" sldId="256"/>
            <ac:spMk id="2" creationId="{04A3C0E0-B19F-5E7A-75B1-C444DFEED172}"/>
          </ac:spMkLst>
        </pc:spChg>
        <pc:spChg chg="del">
          <ac:chgData name="Amouzou, Komi Mekaeli" userId="020e202c-3c4c-4e52-9bfa-205f5f67fc05" providerId="ADAL" clId="{DFF75377-3DF0-4A60-90BA-EBCBE8F9083E}" dt="2026-01-25T18:05:40.778" v="2" actId="478"/>
          <ac:spMkLst>
            <pc:docMk/>
            <pc:sldMk cId="3394512739" sldId="256"/>
            <ac:spMk id="3" creationId="{FCA74E1A-B46E-A9A9-F127-D1CE05C3EC90}"/>
          </ac:spMkLst>
        </pc:spChg>
        <pc:spChg chg="add mod">
          <ac:chgData name="Amouzou, Komi Mekaeli" userId="020e202c-3c4c-4e52-9bfa-205f5f67fc05" providerId="ADAL" clId="{DFF75377-3DF0-4A60-90BA-EBCBE8F9083E}" dt="2026-01-25T19:03:13.816" v="935" actId="14100"/>
          <ac:spMkLst>
            <pc:docMk/>
            <pc:sldMk cId="3394512739" sldId="256"/>
            <ac:spMk id="4" creationId="{5CF5827D-83AD-71C5-8144-297672342AFB}"/>
          </ac:spMkLst>
        </pc:spChg>
        <pc:spChg chg="add mod">
          <ac:chgData name="Amouzou, Komi Mekaeli" userId="020e202c-3c4c-4e52-9bfa-205f5f67fc05" providerId="ADAL" clId="{DFF75377-3DF0-4A60-90BA-EBCBE8F9083E}" dt="2026-01-25T18:08:29.229" v="24" actId="164"/>
          <ac:spMkLst>
            <pc:docMk/>
            <pc:sldMk cId="3394512739" sldId="256"/>
            <ac:spMk id="5" creationId="{16877229-5236-F94D-6802-68A3ED4163D6}"/>
          </ac:spMkLst>
        </pc:spChg>
        <pc:spChg chg="add mod">
          <ac:chgData name="Amouzou, Komi Mekaeli" userId="020e202c-3c4c-4e52-9bfa-205f5f67fc05" providerId="ADAL" clId="{DFF75377-3DF0-4A60-90BA-EBCBE8F9083E}" dt="2026-01-25T18:08:29.229" v="24" actId="164"/>
          <ac:spMkLst>
            <pc:docMk/>
            <pc:sldMk cId="3394512739" sldId="256"/>
            <ac:spMk id="6" creationId="{E2A2A6E0-4BA6-BE98-4F99-82B30099556F}"/>
          </ac:spMkLst>
        </pc:spChg>
        <pc:spChg chg="add del mod">
          <ac:chgData name="Amouzou, Komi Mekaeli" userId="020e202c-3c4c-4e52-9bfa-205f5f67fc05" providerId="ADAL" clId="{DFF75377-3DF0-4A60-90BA-EBCBE8F9083E}" dt="2026-01-25T18:08:11.986" v="18" actId="478"/>
          <ac:spMkLst>
            <pc:docMk/>
            <pc:sldMk cId="3394512739" sldId="256"/>
            <ac:spMk id="7" creationId="{8BFA5EDE-DA1B-AA4C-AA96-8E2017B5EF2F}"/>
          </ac:spMkLst>
        </pc:spChg>
        <pc:spChg chg="add mod">
          <ac:chgData name="Amouzou, Komi Mekaeli" userId="020e202c-3c4c-4e52-9bfa-205f5f67fc05" providerId="ADAL" clId="{DFF75377-3DF0-4A60-90BA-EBCBE8F9083E}" dt="2026-01-25T18:12:20.305" v="70" actId="164"/>
          <ac:spMkLst>
            <pc:docMk/>
            <pc:sldMk cId="3394512739" sldId="256"/>
            <ac:spMk id="8" creationId="{A2176E64-01CE-79E0-AAA0-54F51E09D9EA}"/>
          </ac:spMkLst>
        </pc:spChg>
        <pc:spChg chg="add mod">
          <ac:chgData name="Amouzou, Komi Mekaeli" userId="020e202c-3c4c-4e52-9bfa-205f5f67fc05" providerId="ADAL" clId="{DFF75377-3DF0-4A60-90BA-EBCBE8F9083E}" dt="2026-01-25T18:11:18.811" v="52" actId="164"/>
          <ac:spMkLst>
            <pc:docMk/>
            <pc:sldMk cId="3394512739" sldId="256"/>
            <ac:spMk id="10" creationId="{72AAE61F-AFAC-6166-ACD7-1CE11054C7C3}"/>
          </ac:spMkLst>
        </pc:spChg>
        <pc:spChg chg="add mod">
          <ac:chgData name="Amouzou, Komi Mekaeli" userId="020e202c-3c4c-4e52-9bfa-205f5f67fc05" providerId="ADAL" clId="{DFF75377-3DF0-4A60-90BA-EBCBE8F9083E}" dt="2026-01-25T18:12:20.305" v="70" actId="164"/>
          <ac:spMkLst>
            <pc:docMk/>
            <pc:sldMk cId="3394512739" sldId="256"/>
            <ac:spMk id="11" creationId="{2014B99A-9F44-EFB3-98AC-9E24FF4C6DA6}"/>
          </ac:spMkLst>
        </pc:spChg>
        <pc:spChg chg="add del mod">
          <ac:chgData name="Amouzou, Komi Mekaeli" userId="020e202c-3c4c-4e52-9bfa-205f5f67fc05" providerId="ADAL" clId="{DFF75377-3DF0-4A60-90BA-EBCBE8F9083E}" dt="2026-01-25T18:13:03.105" v="97" actId="478"/>
          <ac:spMkLst>
            <pc:docMk/>
            <pc:sldMk cId="3394512739" sldId="256"/>
            <ac:spMk id="13" creationId="{C7AC30F5-EE91-49F1-13C4-AD4421BD09BF}"/>
          </ac:spMkLst>
        </pc:spChg>
        <pc:spChg chg="mod">
          <ac:chgData name="Amouzou, Komi Mekaeli" userId="020e202c-3c4c-4e52-9bfa-205f5f67fc05" providerId="ADAL" clId="{DFF75377-3DF0-4A60-90BA-EBCBE8F9083E}" dt="2026-01-25T18:12:40.106" v="72"/>
          <ac:spMkLst>
            <pc:docMk/>
            <pc:sldMk cId="3394512739" sldId="256"/>
            <ac:spMk id="16" creationId="{E7F90F43-144A-3C53-5085-90EC7BA6FA5A}"/>
          </ac:spMkLst>
        </pc:spChg>
        <pc:spChg chg="mod">
          <ac:chgData name="Amouzou, Komi Mekaeli" userId="020e202c-3c4c-4e52-9bfa-205f5f67fc05" providerId="ADAL" clId="{DFF75377-3DF0-4A60-90BA-EBCBE8F9083E}" dt="2026-01-25T18:12:56.757" v="96"/>
          <ac:spMkLst>
            <pc:docMk/>
            <pc:sldMk cId="3394512739" sldId="256"/>
            <ac:spMk id="17" creationId="{280760A5-FBE4-7D91-B57D-552567BE5E1F}"/>
          </ac:spMkLst>
        </pc:spChg>
        <pc:spChg chg="add del mod">
          <ac:chgData name="Amouzou, Komi Mekaeli" userId="020e202c-3c4c-4e52-9bfa-205f5f67fc05" providerId="ADAL" clId="{DFF75377-3DF0-4A60-90BA-EBCBE8F9083E}" dt="2026-01-25T18:13:29.085" v="101"/>
          <ac:spMkLst>
            <pc:docMk/>
            <pc:sldMk cId="3394512739" sldId="256"/>
            <ac:spMk id="18" creationId="{70E8C817-1C37-E304-377E-E7164BAED967}"/>
          </ac:spMkLst>
        </pc:spChg>
        <pc:spChg chg="add mod">
          <ac:chgData name="Amouzou, Komi Mekaeli" userId="020e202c-3c4c-4e52-9bfa-205f5f67fc05" providerId="ADAL" clId="{DFF75377-3DF0-4A60-90BA-EBCBE8F9083E}" dt="2026-01-25T18:43:38.210" v="493" actId="164"/>
          <ac:spMkLst>
            <pc:docMk/>
            <pc:sldMk cId="3394512739" sldId="256"/>
            <ac:spMk id="19" creationId="{784F2616-BD9C-4C52-BF29-F4775A18B2D6}"/>
          </ac:spMkLst>
        </pc:spChg>
        <pc:spChg chg="add mod">
          <ac:chgData name="Amouzou, Komi Mekaeli" userId="020e202c-3c4c-4e52-9bfa-205f5f67fc05" providerId="ADAL" clId="{DFF75377-3DF0-4A60-90BA-EBCBE8F9083E}" dt="2026-01-25T18:43:38.210" v="493" actId="164"/>
          <ac:spMkLst>
            <pc:docMk/>
            <pc:sldMk cId="3394512739" sldId="256"/>
            <ac:spMk id="20" creationId="{B6351EAE-B560-D2A0-CDD7-2D2C5BD6191E}"/>
          </ac:spMkLst>
        </pc:spChg>
        <pc:spChg chg="add mod topLvl">
          <ac:chgData name="Amouzou, Komi Mekaeli" userId="020e202c-3c4c-4e52-9bfa-205f5f67fc05" providerId="ADAL" clId="{DFF75377-3DF0-4A60-90BA-EBCBE8F9083E}" dt="2026-01-25T18:33:19.273" v="320" actId="164"/>
          <ac:spMkLst>
            <pc:docMk/>
            <pc:sldMk cId="3394512739" sldId="256"/>
            <ac:spMk id="21" creationId="{D560ECFA-1F2D-CDD0-78FE-0FDE7CBA86D8}"/>
          </ac:spMkLst>
        </pc:spChg>
        <pc:spChg chg="add del mod">
          <ac:chgData name="Amouzou, Komi Mekaeli" userId="020e202c-3c4c-4e52-9bfa-205f5f67fc05" providerId="ADAL" clId="{DFF75377-3DF0-4A60-90BA-EBCBE8F9083E}" dt="2026-01-25T18:59:58.759" v="850" actId="478"/>
          <ac:spMkLst>
            <pc:docMk/>
            <pc:sldMk cId="3394512739" sldId="256"/>
            <ac:spMk id="22" creationId="{28DF9340-F099-453B-980C-FA473C1FD307}"/>
          </ac:spMkLst>
        </pc:spChg>
        <pc:spChg chg="mod topLvl">
          <ac:chgData name="Amouzou, Komi Mekaeli" userId="020e202c-3c4c-4e52-9bfa-205f5f67fc05" providerId="ADAL" clId="{DFF75377-3DF0-4A60-90BA-EBCBE8F9083E}" dt="2026-01-25T18:33:19.273" v="320" actId="164"/>
          <ac:spMkLst>
            <pc:docMk/>
            <pc:sldMk cId="3394512739" sldId="256"/>
            <ac:spMk id="24" creationId="{5397E964-143C-658A-E045-768713DC2446}"/>
          </ac:spMkLst>
        </pc:spChg>
        <pc:spChg chg="del mod topLvl">
          <ac:chgData name="Amouzou, Komi Mekaeli" userId="020e202c-3c4c-4e52-9bfa-205f5f67fc05" providerId="ADAL" clId="{DFF75377-3DF0-4A60-90BA-EBCBE8F9083E}" dt="2026-01-25T18:33:30.624" v="325" actId="478"/>
          <ac:spMkLst>
            <pc:docMk/>
            <pc:sldMk cId="3394512739" sldId="256"/>
            <ac:spMk id="25" creationId="{817218F3-402C-9BFB-B5B0-B853CFD70249}"/>
          </ac:spMkLst>
        </pc:spChg>
        <pc:spChg chg="add mod">
          <ac:chgData name="Amouzou, Komi Mekaeli" userId="020e202c-3c4c-4e52-9bfa-205f5f67fc05" providerId="ADAL" clId="{DFF75377-3DF0-4A60-90BA-EBCBE8F9083E}" dt="2026-01-25T18:19:25.507" v="168"/>
          <ac:spMkLst>
            <pc:docMk/>
            <pc:sldMk cId="3394512739" sldId="256"/>
            <ac:spMk id="26" creationId="{B8C9A430-67B4-26C8-0A3C-46B5099F94A8}"/>
          </ac:spMkLst>
        </pc:spChg>
        <pc:spChg chg="add mod topLvl">
          <ac:chgData name="Amouzou, Komi Mekaeli" userId="020e202c-3c4c-4e52-9bfa-205f5f67fc05" providerId="ADAL" clId="{DFF75377-3DF0-4A60-90BA-EBCBE8F9083E}" dt="2026-01-25T18:33:19.273" v="320" actId="164"/>
          <ac:spMkLst>
            <pc:docMk/>
            <pc:sldMk cId="3394512739" sldId="256"/>
            <ac:spMk id="27" creationId="{52C92F83-4660-91B3-67E2-B246F075A73E}"/>
          </ac:spMkLst>
        </pc:spChg>
        <pc:spChg chg="mod">
          <ac:chgData name="Amouzou, Komi Mekaeli" userId="020e202c-3c4c-4e52-9bfa-205f5f67fc05" providerId="ADAL" clId="{DFF75377-3DF0-4A60-90BA-EBCBE8F9083E}" dt="2026-01-25T18:31:02.471" v="292" actId="20577"/>
          <ac:spMkLst>
            <pc:docMk/>
            <pc:sldMk cId="3394512739" sldId="256"/>
            <ac:spMk id="30" creationId="{50D20E51-20F8-536F-D87E-852AD633E8FD}"/>
          </ac:spMkLst>
        </pc:spChg>
        <pc:spChg chg="mod">
          <ac:chgData name="Amouzou, Komi Mekaeli" userId="020e202c-3c4c-4e52-9bfa-205f5f67fc05" providerId="ADAL" clId="{DFF75377-3DF0-4A60-90BA-EBCBE8F9083E}" dt="2026-01-25T18:31:02.471" v="292" actId="20577"/>
          <ac:spMkLst>
            <pc:docMk/>
            <pc:sldMk cId="3394512739" sldId="256"/>
            <ac:spMk id="31" creationId="{16E0F7B4-8561-2001-922A-04455C3D32F7}"/>
          </ac:spMkLst>
        </pc:spChg>
        <pc:spChg chg="mod">
          <ac:chgData name="Amouzou, Komi Mekaeli" userId="020e202c-3c4c-4e52-9bfa-205f5f67fc05" providerId="ADAL" clId="{DFF75377-3DF0-4A60-90BA-EBCBE8F9083E}" dt="2026-01-25T18:31:10.572" v="295" actId="14100"/>
          <ac:spMkLst>
            <pc:docMk/>
            <pc:sldMk cId="3394512739" sldId="256"/>
            <ac:spMk id="32" creationId="{6B3AEC19-8A52-6F33-4971-AC34E43FE2F9}"/>
          </ac:spMkLst>
        </pc:spChg>
        <pc:spChg chg="mod">
          <ac:chgData name="Amouzou, Komi Mekaeli" userId="020e202c-3c4c-4e52-9bfa-205f5f67fc05" providerId="ADAL" clId="{DFF75377-3DF0-4A60-90BA-EBCBE8F9083E}" dt="2026-01-25T18:23:53.268" v="197"/>
          <ac:spMkLst>
            <pc:docMk/>
            <pc:sldMk cId="3394512739" sldId="256"/>
            <ac:spMk id="34" creationId="{399D6918-EACA-2460-79BB-7922F29C991B}"/>
          </ac:spMkLst>
        </pc:spChg>
        <pc:spChg chg="mod">
          <ac:chgData name="Amouzou, Komi Mekaeli" userId="020e202c-3c4c-4e52-9bfa-205f5f67fc05" providerId="ADAL" clId="{DFF75377-3DF0-4A60-90BA-EBCBE8F9083E}" dt="2026-01-25T18:23:53.268" v="197"/>
          <ac:spMkLst>
            <pc:docMk/>
            <pc:sldMk cId="3394512739" sldId="256"/>
            <ac:spMk id="35" creationId="{C5B847B5-D3FC-36C6-869A-E44669E00EDD}"/>
          </ac:spMkLst>
        </pc:spChg>
        <pc:spChg chg="mod">
          <ac:chgData name="Amouzou, Komi Mekaeli" userId="020e202c-3c4c-4e52-9bfa-205f5f67fc05" providerId="ADAL" clId="{DFF75377-3DF0-4A60-90BA-EBCBE8F9083E}" dt="2026-01-25T18:23:53.268" v="197"/>
          <ac:spMkLst>
            <pc:docMk/>
            <pc:sldMk cId="3394512739" sldId="256"/>
            <ac:spMk id="36" creationId="{9CA84170-A241-CB2E-67B4-6BADD0ED5903}"/>
          </ac:spMkLst>
        </pc:spChg>
        <pc:spChg chg="mod">
          <ac:chgData name="Amouzou, Komi Mekaeli" userId="020e202c-3c4c-4e52-9bfa-205f5f67fc05" providerId="ADAL" clId="{DFF75377-3DF0-4A60-90BA-EBCBE8F9083E}" dt="2026-01-25T18:26:01.166" v="207"/>
          <ac:spMkLst>
            <pc:docMk/>
            <pc:sldMk cId="3394512739" sldId="256"/>
            <ac:spMk id="38" creationId="{23E0CF01-A96F-7E07-75F0-81CAE28C2D01}"/>
          </ac:spMkLst>
        </pc:spChg>
        <pc:spChg chg="mod">
          <ac:chgData name="Amouzou, Komi Mekaeli" userId="020e202c-3c4c-4e52-9bfa-205f5f67fc05" providerId="ADAL" clId="{DFF75377-3DF0-4A60-90BA-EBCBE8F9083E}" dt="2026-01-25T18:26:01.166" v="207"/>
          <ac:spMkLst>
            <pc:docMk/>
            <pc:sldMk cId="3394512739" sldId="256"/>
            <ac:spMk id="39" creationId="{2A755D1F-9EED-60A3-A797-CD28F9DF7950}"/>
          </ac:spMkLst>
        </pc:spChg>
        <pc:spChg chg="mod">
          <ac:chgData name="Amouzou, Komi Mekaeli" userId="020e202c-3c4c-4e52-9bfa-205f5f67fc05" providerId="ADAL" clId="{DFF75377-3DF0-4A60-90BA-EBCBE8F9083E}" dt="2026-01-25T18:26:01.166" v="207"/>
          <ac:spMkLst>
            <pc:docMk/>
            <pc:sldMk cId="3394512739" sldId="256"/>
            <ac:spMk id="40" creationId="{8024171E-9A1F-8780-037F-354B7E06551F}"/>
          </ac:spMkLst>
        </pc:spChg>
        <pc:spChg chg="mod">
          <ac:chgData name="Amouzou, Komi Mekaeli" userId="020e202c-3c4c-4e52-9bfa-205f5f67fc05" providerId="ADAL" clId="{DFF75377-3DF0-4A60-90BA-EBCBE8F9083E}" dt="2026-01-25T18:26:01.166" v="207"/>
          <ac:spMkLst>
            <pc:docMk/>
            <pc:sldMk cId="3394512739" sldId="256"/>
            <ac:spMk id="42" creationId="{BFD48163-EB3D-06F5-48CD-44711F25F378}"/>
          </ac:spMkLst>
        </pc:spChg>
        <pc:spChg chg="mod">
          <ac:chgData name="Amouzou, Komi Mekaeli" userId="020e202c-3c4c-4e52-9bfa-205f5f67fc05" providerId="ADAL" clId="{DFF75377-3DF0-4A60-90BA-EBCBE8F9083E}" dt="2026-01-25T18:26:01.166" v="207"/>
          <ac:spMkLst>
            <pc:docMk/>
            <pc:sldMk cId="3394512739" sldId="256"/>
            <ac:spMk id="43" creationId="{AB211B13-AF2D-55F7-D1ED-FCD1F4ED913D}"/>
          </ac:spMkLst>
        </pc:spChg>
        <pc:spChg chg="mod">
          <ac:chgData name="Amouzou, Komi Mekaeli" userId="020e202c-3c4c-4e52-9bfa-205f5f67fc05" providerId="ADAL" clId="{DFF75377-3DF0-4A60-90BA-EBCBE8F9083E}" dt="2026-01-25T18:26:01.166" v="207"/>
          <ac:spMkLst>
            <pc:docMk/>
            <pc:sldMk cId="3394512739" sldId="256"/>
            <ac:spMk id="44" creationId="{F45190F3-AF17-D3ED-D7E7-836F476E520E}"/>
          </ac:spMkLst>
        </pc:spChg>
        <pc:spChg chg="mod">
          <ac:chgData name="Amouzou, Komi Mekaeli" userId="020e202c-3c4c-4e52-9bfa-205f5f67fc05" providerId="ADAL" clId="{DFF75377-3DF0-4A60-90BA-EBCBE8F9083E}" dt="2026-01-25T18:26:01.166" v="207"/>
          <ac:spMkLst>
            <pc:docMk/>
            <pc:sldMk cId="3394512739" sldId="256"/>
            <ac:spMk id="46" creationId="{6444CFA3-6A92-5C9B-C0E8-6B3FA91577D3}"/>
          </ac:spMkLst>
        </pc:spChg>
        <pc:spChg chg="mod">
          <ac:chgData name="Amouzou, Komi Mekaeli" userId="020e202c-3c4c-4e52-9bfa-205f5f67fc05" providerId="ADAL" clId="{DFF75377-3DF0-4A60-90BA-EBCBE8F9083E}" dt="2026-01-25T18:26:01.166" v="207"/>
          <ac:spMkLst>
            <pc:docMk/>
            <pc:sldMk cId="3394512739" sldId="256"/>
            <ac:spMk id="47" creationId="{25C7B9A6-96B4-7109-B5FE-D3A7272205D8}"/>
          </ac:spMkLst>
        </pc:spChg>
        <pc:spChg chg="mod">
          <ac:chgData name="Amouzou, Komi Mekaeli" userId="020e202c-3c4c-4e52-9bfa-205f5f67fc05" providerId="ADAL" clId="{DFF75377-3DF0-4A60-90BA-EBCBE8F9083E}" dt="2026-01-25T18:26:01.166" v="207"/>
          <ac:spMkLst>
            <pc:docMk/>
            <pc:sldMk cId="3394512739" sldId="256"/>
            <ac:spMk id="48" creationId="{7E4FF808-6BE9-14E3-426B-A60DC6748A87}"/>
          </ac:spMkLst>
        </pc:spChg>
        <pc:spChg chg="add mod">
          <ac:chgData name="Amouzou, Komi Mekaeli" userId="020e202c-3c4c-4e52-9bfa-205f5f67fc05" providerId="ADAL" clId="{DFF75377-3DF0-4A60-90BA-EBCBE8F9083E}" dt="2026-01-25T19:02:58.029" v="934" actId="1037"/>
          <ac:spMkLst>
            <pc:docMk/>
            <pc:sldMk cId="3394512739" sldId="256"/>
            <ac:spMk id="49" creationId="{FDF8C7A9-244F-86A8-1664-143C38DD84F3}"/>
          </ac:spMkLst>
        </pc:spChg>
        <pc:spChg chg="add mod">
          <ac:chgData name="Amouzou, Komi Mekaeli" userId="020e202c-3c4c-4e52-9bfa-205f5f67fc05" providerId="ADAL" clId="{DFF75377-3DF0-4A60-90BA-EBCBE8F9083E}" dt="2026-01-25T19:01:45.139" v="864" actId="1076"/>
          <ac:spMkLst>
            <pc:docMk/>
            <pc:sldMk cId="3394512739" sldId="256"/>
            <ac:spMk id="50" creationId="{7F0E39E6-076D-48C1-09F5-83BE7A2DC8AD}"/>
          </ac:spMkLst>
        </pc:spChg>
        <pc:spChg chg="add mod">
          <ac:chgData name="Amouzou, Komi Mekaeli" userId="020e202c-3c4c-4e52-9bfa-205f5f67fc05" providerId="ADAL" clId="{DFF75377-3DF0-4A60-90BA-EBCBE8F9083E}" dt="2026-01-25T19:01:45.139" v="864" actId="1076"/>
          <ac:spMkLst>
            <pc:docMk/>
            <pc:sldMk cId="3394512739" sldId="256"/>
            <ac:spMk id="51" creationId="{B564E128-F5B8-43E2-D462-D599D6B8680B}"/>
          </ac:spMkLst>
        </pc:spChg>
        <pc:spChg chg="add mod">
          <ac:chgData name="Amouzou, Komi Mekaeli" userId="020e202c-3c4c-4e52-9bfa-205f5f67fc05" providerId="ADAL" clId="{DFF75377-3DF0-4A60-90BA-EBCBE8F9083E}" dt="2026-01-25T18:35:12.100" v="347" actId="20577"/>
          <ac:spMkLst>
            <pc:docMk/>
            <pc:sldMk cId="3394512739" sldId="256"/>
            <ac:spMk id="52" creationId="{1038C2D7-F3E3-5E09-4A61-CDAB2EC05BE0}"/>
          </ac:spMkLst>
        </pc:spChg>
        <pc:spChg chg="add mod">
          <ac:chgData name="Amouzou, Komi Mekaeli" userId="020e202c-3c4c-4e52-9bfa-205f5f67fc05" providerId="ADAL" clId="{DFF75377-3DF0-4A60-90BA-EBCBE8F9083E}" dt="2026-01-25T18:33:03.339" v="317" actId="571"/>
          <ac:spMkLst>
            <pc:docMk/>
            <pc:sldMk cId="3394512739" sldId="256"/>
            <ac:spMk id="54" creationId="{2C10CF03-84D9-0ABB-A95C-2E77AAC19F58}"/>
          </ac:spMkLst>
        </pc:spChg>
        <pc:spChg chg="add mod">
          <ac:chgData name="Amouzou, Komi Mekaeli" userId="020e202c-3c4c-4e52-9bfa-205f5f67fc05" providerId="ADAL" clId="{DFF75377-3DF0-4A60-90BA-EBCBE8F9083E}" dt="2026-01-25T18:33:03.339" v="317" actId="571"/>
          <ac:spMkLst>
            <pc:docMk/>
            <pc:sldMk cId="3394512739" sldId="256"/>
            <ac:spMk id="55" creationId="{AE497C84-88A7-57F5-8D33-EC0D7C1B8617}"/>
          </ac:spMkLst>
        </pc:spChg>
        <pc:spChg chg="add mod">
          <ac:chgData name="Amouzou, Komi Mekaeli" userId="020e202c-3c4c-4e52-9bfa-205f5f67fc05" providerId="ADAL" clId="{DFF75377-3DF0-4A60-90BA-EBCBE8F9083E}" dt="2026-01-25T18:33:03.339" v="317" actId="571"/>
          <ac:spMkLst>
            <pc:docMk/>
            <pc:sldMk cId="3394512739" sldId="256"/>
            <ac:spMk id="56" creationId="{E41B5558-A77B-DB2B-4667-44904E6A2A28}"/>
          </ac:spMkLst>
        </pc:spChg>
        <pc:spChg chg="add mod">
          <ac:chgData name="Amouzou, Komi Mekaeli" userId="020e202c-3c4c-4e52-9bfa-205f5f67fc05" providerId="ADAL" clId="{DFF75377-3DF0-4A60-90BA-EBCBE8F9083E}" dt="2026-01-25T18:33:03.339" v="317" actId="571"/>
          <ac:spMkLst>
            <pc:docMk/>
            <pc:sldMk cId="3394512739" sldId="256"/>
            <ac:spMk id="57" creationId="{74D32665-CD3C-4F2D-B7A4-EFAB5406F9C5}"/>
          </ac:spMkLst>
        </pc:spChg>
        <pc:spChg chg="mod">
          <ac:chgData name="Amouzou, Komi Mekaeli" userId="020e202c-3c4c-4e52-9bfa-205f5f67fc05" providerId="ADAL" clId="{DFF75377-3DF0-4A60-90BA-EBCBE8F9083E}" dt="2026-01-25T18:34:17.073" v="327"/>
          <ac:spMkLst>
            <pc:docMk/>
            <pc:sldMk cId="3394512739" sldId="256"/>
            <ac:spMk id="60" creationId="{B25F88C2-8A82-C2FB-F38D-10804B9398EF}"/>
          </ac:spMkLst>
        </pc:spChg>
        <pc:spChg chg="mod">
          <ac:chgData name="Amouzou, Komi Mekaeli" userId="020e202c-3c4c-4e52-9bfa-205f5f67fc05" providerId="ADAL" clId="{DFF75377-3DF0-4A60-90BA-EBCBE8F9083E}" dt="2026-01-25T18:34:17.073" v="327"/>
          <ac:spMkLst>
            <pc:docMk/>
            <pc:sldMk cId="3394512739" sldId="256"/>
            <ac:spMk id="61" creationId="{7F8D404F-58AE-65E4-AEEC-F6AA9265F9D7}"/>
          </ac:spMkLst>
        </pc:spChg>
        <pc:spChg chg="mod">
          <ac:chgData name="Amouzou, Komi Mekaeli" userId="020e202c-3c4c-4e52-9bfa-205f5f67fc05" providerId="ADAL" clId="{DFF75377-3DF0-4A60-90BA-EBCBE8F9083E}" dt="2026-01-25T18:34:17.073" v="327"/>
          <ac:spMkLst>
            <pc:docMk/>
            <pc:sldMk cId="3394512739" sldId="256"/>
            <ac:spMk id="62" creationId="{4B089619-0751-0F59-3108-13616994EBB0}"/>
          </ac:spMkLst>
        </pc:spChg>
        <pc:spChg chg="mod">
          <ac:chgData name="Amouzou, Komi Mekaeli" userId="020e202c-3c4c-4e52-9bfa-205f5f67fc05" providerId="ADAL" clId="{DFF75377-3DF0-4A60-90BA-EBCBE8F9083E}" dt="2026-01-25T18:34:17.073" v="327"/>
          <ac:spMkLst>
            <pc:docMk/>
            <pc:sldMk cId="3394512739" sldId="256"/>
            <ac:spMk id="63" creationId="{5CFE9BD7-68A4-810E-0DD2-95EF3EDC97E9}"/>
          </ac:spMkLst>
        </pc:spChg>
        <pc:spChg chg="mod">
          <ac:chgData name="Amouzou, Komi Mekaeli" userId="020e202c-3c4c-4e52-9bfa-205f5f67fc05" providerId="ADAL" clId="{DFF75377-3DF0-4A60-90BA-EBCBE8F9083E}" dt="2026-01-25T18:34:24.714" v="329"/>
          <ac:spMkLst>
            <pc:docMk/>
            <pc:sldMk cId="3394512739" sldId="256"/>
            <ac:spMk id="65" creationId="{D8F201B7-D3AE-A32A-444D-E054673475EF}"/>
          </ac:spMkLst>
        </pc:spChg>
        <pc:spChg chg="mod">
          <ac:chgData name="Amouzou, Komi Mekaeli" userId="020e202c-3c4c-4e52-9bfa-205f5f67fc05" providerId="ADAL" clId="{DFF75377-3DF0-4A60-90BA-EBCBE8F9083E}" dt="2026-01-25T18:34:24.714" v="329"/>
          <ac:spMkLst>
            <pc:docMk/>
            <pc:sldMk cId="3394512739" sldId="256"/>
            <ac:spMk id="66" creationId="{D8074B0C-3DE4-7DEE-D70C-B68ECE6AADAA}"/>
          </ac:spMkLst>
        </pc:spChg>
        <pc:spChg chg="mod">
          <ac:chgData name="Amouzou, Komi Mekaeli" userId="020e202c-3c4c-4e52-9bfa-205f5f67fc05" providerId="ADAL" clId="{DFF75377-3DF0-4A60-90BA-EBCBE8F9083E}" dt="2026-01-25T18:34:24.714" v="329"/>
          <ac:spMkLst>
            <pc:docMk/>
            <pc:sldMk cId="3394512739" sldId="256"/>
            <ac:spMk id="67" creationId="{220B66B7-68FC-C9F9-2A64-A79248464F7F}"/>
          </ac:spMkLst>
        </pc:spChg>
        <pc:spChg chg="mod">
          <ac:chgData name="Amouzou, Komi Mekaeli" userId="020e202c-3c4c-4e52-9bfa-205f5f67fc05" providerId="ADAL" clId="{DFF75377-3DF0-4A60-90BA-EBCBE8F9083E}" dt="2026-01-25T18:34:24.714" v="329"/>
          <ac:spMkLst>
            <pc:docMk/>
            <pc:sldMk cId="3394512739" sldId="256"/>
            <ac:spMk id="68" creationId="{32C8FCD2-BD6A-2BCD-B97B-43C2AF529101}"/>
          </ac:spMkLst>
        </pc:spChg>
        <pc:spChg chg="mod">
          <ac:chgData name="Amouzou, Komi Mekaeli" userId="020e202c-3c4c-4e52-9bfa-205f5f67fc05" providerId="ADAL" clId="{DFF75377-3DF0-4A60-90BA-EBCBE8F9083E}" dt="2026-01-25T18:34:24.714" v="329"/>
          <ac:spMkLst>
            <pc:docMk/>
            <pc:sldMk cId="3394512739" sldId="256"/>
            <ac:spMk id="70" creationId="{504382EA-8B73-19FF-943A-C9445351EE35}"/>
          </ac:spMkLst>
        </pc:spChg>
        <pc:spChg chg="mod">
          <ac:chgData name="Amouzou, Komi Mekaeli" userId="020e202c-3c4c-4e52-9bfa-205f5f67fc05" providerId="ADAL" clId="{DFF75377-3DF0-4A60-90BA-EBCBE8F9083E}" dt="2026-01-25T18:34:24.714" v="329"/>
          <ac:spMkLst>
            <pc:docMk/>
            <pc:sldMk cId="3394512739" sldId="256"/>
            <ac:spMk id="71" creationId="{88E82DC3-955B-6975-C070-23C79FF3CD7A}"/>
          </ac:spMkLst>
        </pc:spChg>
        <pc:spChg chg="mod">
          <ac:chgData name="Amouzou, Komi Mekaeli" userId="020e202c-3c4c-4e52-9bfa-205f5f67fc05" providerId="ADAL" clId="{DFF75377-3DF0-4A60-90BA-EBCBE8F9083E}" dt="2026-01-25T18:34:24.714" v="329"/>
          <ac:spMkLst>
            <pc:docMk/>
            <pc:sldMk cId="3394512739" sldId="256"/>
            <ac:spMk id="72" creationId="{8CA54B72-61DA-953F-B3FC-8A73BD43739A}"/>
          </ac:spMkLst>
        </pc:spChg>
        <pc:spChg chg="mod">
          <ac:chgData name="Amouzou, Komi Mekaeli" userId="020e202c-3c4c-4e52-9bfa-205f5f67fc05" providerId="ADAL" clId="{DFF75377-3DF0-4A60-90BA-EBCBE8F9083E}" dt="2026-01-25T18:34:24.714" v="329"/>
          <ac:spMkLst>
            <pc:docMk/>
            <pc:sldMk cId="3394512739" sldId="256"/>
            <ac:spMk id="73" creationId="{2B56C9FD-36A8-6E8F-EF97-19C3EAF8C76F}"/>
          </ac:spMkLst>
        </pc:spChg>
        <pc:spChg chg="mod topLvl">
          <ac:chgData name="Amouzou, Komi Mekaeli" userId="020e202c-3c4c-4e52-9bfa-205f5f67fc05" providerId="ADAL" clId="{DFF75377-3DF0-4A60-90BA-EBCBE8F9083E}" dt="2026-01-25T18:40:27.626" v="421" actId="164"/>
          <ac:spMkLst>
            <pc:docMk/>
            <pc:sldMk cId="3394512739" sldId="256"/>
            <ac:spMk id="75" creationId="{4A942CDA-495F-9662-9BD9-4ADE9738B8C5}"/>
          </ac:spMkLst>
        </pc:spChg>
        <pc:spChg chg="del mod topLvl">
          <ac:chgData name="Amouzou, Komi Mekaeli" userId="020e202c-3c4c-4e52-9bfa-205f5f67fc05" providerId="ADAL" clId="{DFF75377-3DF0-4A60-90BA-EBCBE8F9083E}" dt="2026-01-25T18:40:08.546" v="420" actId="478"/>
          <ac:spMkLst>
            <pc:docMk/>
            <pc:sldMk cId="3394512739" sldId="256"/>
            <ac:spMk id="76" creationId="{A79F1E68-0F5A-84D4-98B5-76AAE36BF438}"/>
          </ac:spMkLst>
        </pc:spChg>
        <pc:spChg chg="del mod topLvl">
          <ac:chgData name="Amouzou, Komi Mekaeli" userId="020e202c-3c4c-4e52-9bfa-205f5f67fc05" providerId="ADAL" clId="{DFF75377-3DF0-4A60-90BA-EBCBE8F9083E}" dt="2026-01-25T18:40:07.328" v="419" actId="478"/>
          <ac:spMkLst>
            <pc:docMk/>
            <pc:sldMk cId="3394512739" sldId="256"/>
            <ac:spMk id="77" creationId="{FBFE5793-BCFE-30CC-2AE8-2B5533FEB221}"/>
          </ac:spMkLst>
        </pc:spChg>
        <pc:spChg chg="mod topLvl">
          <ac:chgData name="Amouzou, Komi Mekaeli" userId="020e202c-3c4c-4e52-9bfa-205f5f67fc05" providerId="ADAL" clId="{DFF75377-3DF0-4A60-90BA-EBCBE8F9083E}" dt="2026-01-25T18:40:27.626" v="421" actId="164"/>
          <ac:spMkLst>
            <pc:docMk/>
            <pc:sldMk cId="3394512739" sldId="256"/>
            <ac:spMk id="78" creationId="{B29087E3-6FE5-0E12-6EA7-BA332F7CCCB0}"/>
          </ac:spMkLst>
        </pc:spChg>
        <pc:spChg chg="mod">
          <ac:chgData name="Amouzou, Komi Mekaeli" userId="020e202c-3c4c-4e52-9bfa-205f5f67fc05" providerId="ADAL" clId="{DFF75377-3DF0-4A60-90BA-EBCBE8F9083E}" dt="2026-01-25T18:34:31.666" v="330"/>
          <ac:spMkLst>
            <pc:docMk/>
            <pc:sldMk cId="3394512739" sldId="256"/>
            <ac:spMk id="80" creationId="{F8C7B97A-05BA-AE46-BF56-FBAA9D80B4E8}"/>
          </ac:spMkLst>
        </pc:spChg>
        <pc:spChg chg="mod">
          <ac:chgData name="Amouzou, Komi Mekaeli" userId="020e202c-3c4c-4e52-9bfa-205f5f67fc05" providerId="ADAL" clId="{DFF75377-3DF0-4A60-90BA-EBCBE8F9083E}" dt="2026-01-25T18:34:31.666" v="330"/>
          <ac:spMkLst>
            <pc:docMk/>
            <pc:sldMk cId="3394512739" sldId="256"/>
            <ac:spMk id="81" creationId="{DD67EEB6-81AB-F6E5-5360-C51005F2E9A8}"/>
          </ac:spMkLst>
        </pc:spChg>
        <pc:spChg chg="mod">
          <ac:chgData name="Amouzou, Komi Mekaeli" userId="020e202c-3c4c-4e52-9bfa-205f5f67fc05" providerId="ADAL" clId="{DFF75377-3DF0-4A60-90BA-EBCBE8F9083E}" dt="2026-01-25T18:34:31.666" v="330"/>
          <ac:spMkLst>
            <pc:docMk/>
            <pc:sldMk cId="3394512739" sldId="256"/>
            <ac:spMk id="82" creationId="{4D799DEE-E7B6-97E5-625A-58868BDBFDAF}"/>
          </ac:spMkLst>
        </pc:spChg>
        <pc:spChg chg="mod">
          <ac:chgData name="Amouzou, Komi Mekaeli" userId="020e202c-3c4c-4e52-9bfa-205f5f67fc05" providerId="ADAL" clId="{DFF75377-3DF0-4A60-90BA-EBCBE8F9083E}" dt="2026-01-25T18:35:24.638" v="350" actId="20577"/>
          <ac:spMkLst>
            <pc:docMk/>
            <pc:sldMk cId="3394512739" sldId="256"/>
            <ac:spMk id="83" creationId="{3D0CA931-41C5-FE29-0DE2-C462AB83AC87}"/>
          </ac:spMkLst>
        </pc:spChg>
        <pc:spChg chg="mod">
          <ac:chgData name="Amouzou, Komi Mekaeli" userId="020e202c-3c4c-4e52-9bfa-205f5f67fc05" providerId="ADAL" clId="{DFF75377-3DF0-4A60-90BA-EBCBE8F9083E}" dt="2026-01-25T18:34:45.987" v="333"/>
          <ac:spMkLst>
            <pc:docMk/>
            <pc:sldMk cId="3394512739" sldId="256"/>
            <ac:spMk id="85" creationId="{BD27983A-D0FA-EBCE-F91C-60F587FB3461}"/>
          </ac:spMkLst>
        </pc:spChg>
        <pc:spChg chg="mod">
          <ac:chgData name="Amouzou, Komi Mekaeli" userId="020e202c-3c4c-4e52-9bfa-205f5f67fc05" providerId="ADAL" clId="{DFF75377-3DF0-4A60-90BA-EBCBE8F9083E}" dt="2026-01-25T18:34:45.987" v="333"/>
          <ac:spMkLst>
            <pc:docMk/>
            <pc:sldMk cId="3394512739" sldId="256"/>
            <ac:spMk id="86" creationId="{6265E126-A90A-A1F7-FB88-E15DEE620E45}"/>
          </ac:spMkLst>
        </pc:spChg>
        <pc:spChg chg="mod">
          <ac:chgData name="Amouzou, Komi Mekaeli" userId="020e202c-3c4c-4e52-9bfa-205f5f67fc05" providerId="ADAL" clId="{DFF75377-3DF0-4A60-90BA-EBCBE8F9083E}" dt="2026-01-25T18:34:45.987" v="333"/>
          <ac:spMkLst>
            <pc:docMk/>
            <pc:sldMk cId="3394512739" sldId="256"/>
            <ac:spMk id="87" creationId="{3CB73042-4DF6-BC9A-9D2D-0289B003F604}"/>
          </ac:spMkLst>
        </pc:spChg>
        <pc:spChg chg="mod">
          <ac:chgData name="Amouzou, Komi Mekaeli" userId="020e202c-3c4c-4e52-9bfa-205f5f67fc05" providerId="ADAL" clId="{DFF75377-3DF0-4A60-90BA-EBCBE8F9083E}" dt="2026-01-25T18:36:39.232" v="370" actId="20577"/>
          <ac:spMkLst>
            <pc:docMk/>
            <pc:sldMk cId="3394512739" sldId="256"/>
            <ac:spMk id="88" creationId="{DAD5A7C9-09E6-30D5-A4FA-DD5E0AB5BEF6}"/>
          </ac:spMkLst>
        </pc:spChg>
        <pc:spChg chg="add del mod">
          <ac:chgData name="Amouzou, Komi Mekaeli" userId="020e202c-3c4c-4e52-9bfa-205f5f67fc05" providerId="ADAL" clId="{DFF75377-3DF0-4A60-90BA-EBCBE8F9083E}" dt="2026-01-25T18:59:52.101" v="847" actId="478"/>
          <ac:spMkLst>
            <pc:docMk/>
            <pc:sldMk cId="3394512739" sldId="256"/>
            <ac:spMk id="89" creationId="{DCC4F41E-6D39-7873-4A63-B4F9E8D8568A}"/>
          </ac:spMkLst>
        </pc:spChg>
        <pc:spChg chg="mod">
          <ac:chgData name="Amouzou, Komi Mekaeli" userId="020e202c-3c4c-4e52-9bfa-205f5f67fc05" providerId="ADAL" clId="{DFF75377-3DF0-4A60-90BA-EBCBE8F9083E}" dt="2026-01-25T18:41:17.546" v="423" actId="571"/>
          <ac:spMkLst>
            <pc:docMk/>
            <pc:sldMk cId="3394512739" sldId="256"/>
            <ac:spMk id="93" creationId="{CC3B1905-58FB-EDD3-9A3D-465A72258192}"/>
          </ac:spMkLst>
        </pc:spChg>
        <pc:spChg chg="mod">
          <ac:chgData name="Amouzou, Komi Mekaeli" userId="020e202c-3c4c-4e52-9bfa-205f5f67fc05" providerId="ADAL" clId="{DFF75377-3DF0-4A60-90BA-EBCBE8F9083E}" dt="2026-01-25T18:41:17.546" v="423" actId="571"/>
          <ac:spMkLst>
            <pc:docMk/>
            <pc:sldMk cId="3394512739" sldId="256"/>
            <ac:spMk id="94" creationId="{29AA0DA1-CA66-A383-76FC-02F1F5CF41E1}"/>
          </ac:spMkLst>
        </pc:spChg>
        <pc:spChg chg="mod">
          <ac:chgData name="Amouzou, Komi Mekaeli" userId="020e202c-3c4c-4e52-9bfa-205f5f67fc05" providerId="ADAL" clId="{DFF75377-3DF0-4A60-90BA-EBCBE8F9083E}" dt="2026-01-25T18:41:17.546" v="423" actId="571"/>
          <ac:spMkLst>
            <pc:docMk/>
            <pc:sldMk cId="3394512739" sldId="256"/>
            <ac:spMk id="95" creationId="{632E3B09-0DBF-B105-376A-062C3400BF0B}"/>
          </ac:spMkLst>
        </pc:spChg>
        <pc:spChg chg="mod">
          <ac:chgData name="Amouzou, Komi Mekaeli" userId="020e202c-3c4c-4e52-9bfa-205f5f67fc05" providerId="ADAL" clId="{DFF75377-3DF0-4A60-90BA-EBCBE8F9083E}" dt="2026-01-25T18:41:15.437" v="422" actId="571"/>
          <ac:spMkLst>
            <pc:docMk/>
            <pc:sldMk cId="3394512739" sldId="256"/>
            <ac:spMk id="98" creationId="{3FF06AD4-1562-0D15-5303-2E4F64412414}"/>
          </ac:spMkLst>
        </pc:spChg>
        <pc:spChg chg="mod">
          <ac:chgData name="Amouzou, Komi Mekaeli" userId="020e202c-3c4c-4e52-9bfa-205f5f67fc05" providerId="ADAL" clId="{DFF75377-3DF0-4A60-90BA-EBCBE8F9083E}" dt="2026-01-25T18:41:17.546" v="423" actId="571"/>
          <ac:spMkLst>
            <pc:docMk/>
            <pc:sldMk cId="3394512739" sldId="256"/>
            <ac:spMk id="99" creationId="{D5FDBCE9-793F-9D96-B701-F1D2A0EB220D}"/>
          </ac:spMkLst>
        </pc:spChg>
        <pc:spChg chg="mod">
          <ac:chgData name="Amouzou, Komi Mekaeli" userId="020e202c-3c4c-4e52-9bfa-205f5f67fc05" providerId="ADAL" clId="{DFF75377-3DF0-4A60-90BA-EBCBE8F9083E}" dt="2026-01-25T18:41:17.546" v="423" actId="571"/>
          <ac:spMkLst>
            <pc:docMk/>
            <pc:sldMk cId="3394512739" sldId="256"/>
            <ac:spMk id="101" creationId="{9C5D19A1-2706-EDD2-3328-C01A6DA0AEFC}"/>
          </ac:spMkLst>
        </pc:spChg>
        <pc:spChg chg="mod">
          <ac:chgData name="Amouzou, Komi Mekaeli" userId="020e202c-3c4c-4e52-9bfa-205f5f67fc05" providerId="ADAL" clId="{DFF75377-3DF0-4A60-90BA-EBCBE8F9083E}" dt="2026-01-25T18:41:17.546" v="423" actId="571"/>
          <ac:spMkLst>
            <pc:docMk/>
            <pc:sldMk cId="3394512739" sldId="256"/>
            <ac:spMk id="102" creationId="{E91B7596-E56B-C659-8BA6-C1845D8DED3C}"/>
          </ac:spMkLst>
        </pc:spChg>
        <pc:spChg chg="mod">
          <ac:chgData name="Amouzou, Komi Mekaeli" userId="020e202c-3c4c-4e52-9bfa-205f5f67fc05" providerId="ADAL" clId="{DFF75377-3DF0-4A60-90BA-EBCBE8F9083E}" dt="2026-01-25T18:41:17.546" v="423" actId="571"/>
          <ac:spMkLst>
            <pc:docMk/>
            <pc:sldMk cId="3394512739" sldId="256"/>
            <ac:spMk id="103" creationId="{8F2DB85A-4809-1E14-686B-70398FBBCF77}"/>
          </ac:spMkLst>
        </pc:spChg>
        <pc:spChg chg="mod">
          <ac:chgData name="Amouzou, Komi Mekaeli" userId="020e202c-3c4c-4e52-9bfa-205f5f67fc05" providerId="ADAL" clId="{DFF75377-3DF0-4A60-90BA-EBCBE8F9083E}" dt="2026-01-25T18:41:17.546" v="423" actId="571"/>
          <ac:spMkLst>
            <pc:docMk/>
            <pc:sldMk cId="3394512739" sldId="256"/>
            <ac:spMk id="107" creationId="{40F6708A-7FAA-BE35-4D1C-8744CE753E89}"/>
          </ac:spMkLst>
        </pc:spChg>
        <pc:spChg chg="mod">
          <ac:chgData name="Amouzou, Komi Mekaeli" userId="020e202c-3c4c-4e52-9bfa-205f5f67fc05" providerId="ADAL" clId="{DFF75377-3DF0-4A60-90BA-EBCBE8F9083E}" dt="2026-01-25T18:41:17.546" v="423" actId="571"/>
          <ac:spMkLst>
            <pc:docMk/>
            <pc:sldMk cId="3394512739" sldId="256"/>
            <ac:spMk id="108" creationId="{3A140641-F952-49D9-DC1A-C321C9744928}"/>
          </ac:spMkLst>
        </pc:spChg>
        <pc:spChg chg="mod">
          <ac:chgData name="Amouzou, Komi Mekaeli" userId="020e202c-3c4c-4e52-9bfa-205f5f67fc05" providerId="ADAL" clId="{DFF75377-3DF0-4A60-90BA-EBCBE8F9083E}" dt="2026-01-25T18:41:17.546" v="423" actId="571"/>
          <ac:spMkLst>
            <pc:docMk/>
            <pc:sldMk cId="3394512739" sldId="256"/>
            <ac:spMk id="109" creationId="{ECDA8112-2062-7B9F-FBC3-53060BA4A8B1}"/>
          </ac:spMkLst>
        </pc:spChg>
        <pc:spChg chg="add mod">
          <ac:chgData name="Amouzou, Komi Mekaeli" userId="020e202c-3c4c-4e52-9bfa-205f5f67fc05" providerId="ADAL" clId="{DFF75377-3DF0-4A60-90BA-EBCBE8F9083E}" dt="2026-01-25T19:22:54.218" v="1121" actId="20577"/>
          <ac:spMkLst>
            <pc:docMk/>
            <pc:sldMk cId="3394512739" sldId="256"/>
            <ac:spMk id="112" creationId="{7F342702-0CB6-9C9A-D992-CC8CD8AE0795}"/>
          </ac:spMkLst>
        </pc:spChg>
        <pc:spChg chg="mod">
          <ac:chgData name="Amouzou, Komi Mekaeli" userId="020e202c-3c4c-4e52-9bfa-205f5f67fc05" providerId="ADAL" clId="{DFF75377-3DF0-4A60-90BA-EBCBE8F9083E}" dt="2026-01-25T18:50:12.397" v="623" actId="20577"/>
          <ac:spMkLst>
            <pc:docMk/>
            <pc:sldMk cId="3394512739" sldId="256"/>
            <ac:spMk id="120" creationId="{ED50CD07-9E99-6FB1-9962-6BB4280424BC}"/>
          </ac:spMkLst>
        </pc:spChg>
        <pc:spChg chg="mod">
          <ac:chgData name="Amouzou, Komi Mekaeli" userId="020e202c-3c4c-4e52-9bfa-205f5f67fc05" providerId="ADAL" clId="{DFF75377-3DF0-4A60-90BA-EBCBE8F9083E}" dt="2026-01-25T18:50:12.397" v="623" actId="20577"/>
          <ac:spMkLst>
            <pc:docMk/>
            <pc:sldMk cId="3394512739" sldId="256"/>
            <ac:spMk id="122" creationId="{E67F29FA-0D94-1FA7-6A48-4E6AB99A64AE}"/>
          </ac:spMkLst>
        </pc:spChg>
        <pc:spChg chg="mod">
          <ac:chgData name="Amouzou, Komi Mekaeli" userId="020e202c-3c4c-4e52-9bfa-205f5f67fc05" providerId="ADAL" clId="{DFF75377-3DF0-4A60-90BA-EBCBE8F9083E}" dt="2026-01-25T18:50:12.397" v="623" actId="20577"/>
          <ac:spMkLst>
            <pc:docMk/>
            <pc:sldMk cId="3394512739" sldId="256"/>
            <ac:spMk id="125" creationId="{61756DA0-85CD-B571-3358-C692A855E06B}"/>
          </ac:spMkLst>
        </pc:spChg>
        <pc:spChg chg="mod">
          <ac:chgData name="Amouzou, Komi Mekaeli" userId="020e202c-3c4c-4e52-9bfa-205f5f67fc05" providerId="ADAL" clId="{DFF75377-3DF0-4A60-90BA-EBCBE8F9083E}" dt="2026-01-25T18:50:12.397" v="623" actId="20577"/>
          <ac:spMkLst>
            <pc:docMk/>
            <pc:sldMk cId="3394512739" sldId="256"/>
            <ac:spMk id="126" creationId="{C7887226-3A12-8693-5BF1-4F629CE1C0AA}"/>
          </ac:spMkLst>
        </pc:spChg>
        <pc:spChg chg="mod">
          <ac:chgData name="Amouzou, Komi Mekaeli" userId="020e202c-3c4c-4e52-9bfa-205f5f67fc05" providerId="ADAL" clId="{DFF75377-3DF0-4A60-90BA-EBCBE8F9083E}" dt="2026-01-25T18:50:12.397" v="623" actId="20577"/>
          <ac:spMkLst>
            <pc:docMk/>
            <pc:sldMk cId="3394512739" sldId="256"/>
            <ac:spMk id="129" creationId="{C1117ED1-FDFF-68C6-6AD9-CEC1AE3DBB19}"/>
          </ac:spMkLst>
        </pc:spChg>
        <pc:spChg chg="mod">
          <ac:chgData name="Amouzou, Komi Mekaeli" userId="020e202c-3c4c-4e52-9bfa-205f5f67fc05" providerId="ADAL" clId="{DFF75377-3DF0-4A60-90BA-EBCBE8F9083E}" dt="2026-01-25T18:50:12.397" v="623" actId="20577"/>
          <ac:spMkLst>
            <pc:docMk/>
            <pc:sldMk cId="3394512739" sldId="256"/>
            <ac:spMk id="130" creationId="{E35DB6CD-4EAA-F8FB-1E02-E7C0C4C72A4A}"/>
          </ac:spMkLst>
        </pc:spChg>
        <pc:spChg chg="mod">
          <ac:chgData name="Amouzou, Komi Mekaeli" userId="020e202c-3c4c-4e52-9bfa-205f5f67fc05" providerId="ADAL" clId="{DFF75377-3DF0-4A60-90BA-EBCBE8F9083E}" dt="2026-01-25T18:50:12.397" v="623" actId="20577"/>
          <ac:spMkLst>
            <pc:docMk/>
            <pc:sldMk cId="3394512739" sldId="256"/>
            <ac:spMk id="131" creationId="{686DDDC9-274A-2210-7350-64DBCBAD3096}"/>
          </ac:spMkLst>
        </pc:spChg>
        <pc:spChg chg="mod">
          <ac:chgData name="Amouzou, Komi Mekaeli" userId="020e202c-3c4c-4e52-9bfa-205f5f67fc05" providerId="ADAL" clId="{DFF75377-3DF0-4A60-90BA-EBCBE8F9083E}" dt="2026-01-25T18:50:12.397" v="623" actId="20577"/>
          <ac:spMkLst>
            <pc:docMk/>
            <pc:sldMk cId="3394512739" sldId="256"/>
            <ac:spMk id="134" creationId="{222461B9-A6E4-24EC-7037-6776A39A4240}"/>
          </ac:spMkLst>
        </pc:spChg>
        <pc:spChg chg="mod">
          <ac:chgData name="Amouzou, Komi Mekaeli" userId="020e202c-3c4c-4e52-9bfa-205f5f67fc05" providerId="ADAL" clId="{DFF75377-3DF0-4A60-90BA-EBCBE8F9083E}" dt="2026-01-25T18:50:34.859" v="653" actId="20577"/>
          <ac:spMkLst>
            <pc:docMk/>
            <pc:sldMk cId="3394512739" sldId="256"/>
            <ac:spMk id="135" creationId="{FC81B655-4DBA-F5F9-6079-06718EB69459}"/>
          </ac:spMkLst>
        </pc:spChg>
        <pc:spChg chg="mod">
          <ac:chgData name="Amouzou, Komi Mekaeli" userId="020e202c-3c4c-4e52-9bfa-205f5f67fc05" providerId="ADAL" clId="{DFF75377-3DF0-4A60-90BA-EBCBE8F9083E}" dt="2026-01-25T18:50:12.397" v="623" actId="20577"/>
          <ac:spMkLst>
            <pc:docMk/>
            <pc:sldMk cId="3394512739" sldId="256"/>
            <ac:spMk id="138" creationId="{D1495E53-B583-2341-45BA-43C9F80FB0DA}"/>
          </ac:spMkLst>
        </pc:spChg>
        <pc:spChg chg="mod">
          <ac:chgData name="Amouzou, Komi Mekaeli" userId="020e202c-3c4c-4e52-9bfa-205f5f67fc05" providerId="ADAL" clId="{DFF75377-3DF0-4A60-90BA-EBCBE8F9083E}" dt="2026-01-25T18:50:12.397" v="623" actId="20577"/>
          <ac:spMkLst>
            <pc:docMk/>
            <pc:sldMk cId="3394512739" sldId="256"/>
            <ac:spMk id="139" creationId="{50F1103F-F832-F89A-5DD7-F8055BF36DE6}"/>
          </ac:spMkLst>
        </pc:spChg>
        <pc:spChg chg="add mod">
          <ac:chgData name="Amouzou, Komi Mekaeli" userId="020e202c-3c4c-4e52-9bfa-205f5f67fc05" providerId="ADAL" clId="{DFF75377-3DF0-4A60-90BA-EBCBE8F9083E}" dt="2026-01-25T19:02:10.482" v="865" actId="165"/>
          <ac:spMkLst>
            <pc:docMk/>
            <pc:sldMk cId="3394512739" sldId="256"/>
            <ac:spMk id="140" creationId="{F9FA592D-DE48-18DF-4A06-D44C6417713F}"/>
          </ac:spMkLst>
        </pc:spChg>
        <pc:spChg chg="add mod">
          <ac:chgData name="Amouzou, Komi Mekaeli" userId="020e202c-3c4c-4e52-9bfa-205f5f67fc05" providerId="ADAL" clId="{DFF75377-3DF0-4A60-90BA-EBCBE8F9083E}" dt="2026-01-25T19:02:10.482" v="865" actId="165"/>
          <ac:spMkLst>
            <pc:docMk/>
            <pc:sldMk cId="3394512739" sldId="256"/>
            <ac:spMk id="141" creationId="{C86D8052-7E99-BCCC-697D-1E7E30A45739}"/>
          </ac:spMkLst>
        </pc:spChg>
        <pc:spChg chg="add mod">
          <ac:chgData name="Amouzou, Komi Mekaeli" userId="020e202c-3c4c-4e52-9bfa-205f5f67fc05" providerId="ADAL" clId="{DFF75377-3DF0-4A60-90BA-EBCBE8F9083E}" dt="2026-01-25T19:02:10.482" v="865" actId="165"/>
          <ac:spMkLst>
            <pc:docMk/>
            <pc:sldMk cId="3394512739" sldId="256"/>
            <ac:spMk id="143" creationId="{16536140-CE90-34A5-F9E2-376B3E708337}"/>
          </ac:spMkLst>
        </pc:spChg>
        <pc:spChg chg="mod">
          <ac:chgData name="Amouzou, Komi Mekaeli" userId="020e202c-3c4c-4e52-9bfa-205f5f67fc05" providerId="ADAL" clId="{DFF75377-3DF0-4A60-90BA-EBCBE8F9083E}" dt="2026-01-25T19:02:10.482" v="865" actId="165"/>
          <ac:spMkLst>
            <pc:docMk/>
            <pc:sldMk cId="3394512739" sldId="256"/>
            <ac:spMk id="147" creationId="{CFC4E5B5-982F-6105-0A68-74B7059E0771}"/>
          </ac:spMkLst>
        </pc:spChg>
        <pc:spChg chg="mod">
          <ac:chgData name="Amouzou, Komi Mekaeli" userId="020e202c-3c4c-4e52-9bfa-205f5f67fc05" providerId="ADAL" clId="{DFF75377-3DF0-4A60-90BA-EBCBE8F9083E}" dt="2026-01-25T19:02:10.482" v="865" actId="165"/>
          <ac:spMkLst>
            <pc:docMk/>
            <pc:sldMk cId="3394512739" sldId="256"/>
            <ac:spMk id="148" creationId="{F4D8FBEA-FCC2-7479-2A57-E209A884C009}"/>
          </ac:spMkLst>
        </pc:spChg>
        <pc:spChg chg="del mod">
          <ac:chgData name="Amouzou, Komi Mekaeli" userId="020e202c-3c4c-4e52-9bfa-205f5f67fc05" providerId="ADAL" clId="{DFF75377-3DF0-4A60-90BA-EBCBE8F9083E}" dt="2026-01-25T18:54:05.154" v="720" actId="478"/>
          <ac:spMkLst>
            <pc:docMk/>
            <pc:sldMk cId="3394512739" sldId="256"/>
            <ac:spMk id="149" creationId="{3AAB8301-B679-09EB-5DBE-3708016732AE}"/>
          </ac:spMkLst>
        </pc:spChg>
        <pc:spChg chg="mod">
          <ac:chgData name="Amouzou, Komi Mekaeli" userId="020e202c-3c4c-4e52-9bfa-205f5f67fc05" providerId="ADAL" clId="{DFF75377-3DF0-4A60-90BA-EBCBE8F9083E}" dt="2026-01-25T19:02:10.482" v="865" actId="165"/>
          <ac:spMkLst>
            <pc:docMk/>
            <pc:sldMk cId="3394512739" sldId="256"/>
            <ac:spMk id="151" creationId="{8A6425F8-2E6D-DA31-B012-87B84C067AB3}"/>
          </ac:spMkLst>
        </pc:spChg>
        <pc:spChg chg="mod">
          <ac:chgData name="Amouzou, Komi Mekaeli" userId="020e202c-3c4c-4e52-9bfa-205f5f67fc05" providerId="ADAL" clId="{DFF75377-3DF0-4A60-90BA-EBCBE8F9083E}" dt="2026-01-25T19:02:10.482" v="865" actId="165"/>
          <ac:spMkLst>
            <pc:docMk/>
            <pc:sldMk cId="3394512739" sldId="256"/>
            <ac:spMk id="152" creationId="{BEB5A879-BB0D-94A7-2296-DB4C613672B9}"/>
          </ac:spMkLst>
        </pc:spChg>
        <pc:spChg chg="mod">
          <ac:chgData name="Amouzou, Komi Mekaeli" userId="020e202c-3c4c-4e52-9bfa-205f5f67fc05" providerId="ADAL" clId="{DFF75377-3DF0-4A60-90BA-EBCBE8F9083E}" dt="2026-01-25T19:06:26.041" v="1051" actId="20577"/>
          <ac:spMkLst>
            <pc:docMk/>
            <pc:sldMk cId="3394512739" sldId="256"/>
            <ac:spMk id="161" creationId="{D0D037BD-63F9-E3A1-4B29-9051C6181430}"/>
          </ac:spMkLst>
        </pc:spChg>
        <pc:spChg chg="mod">
          <ac:chgData name="Amouzou, Komi Mekaeli" userId="020e202c-3c4c-4e52-9bfa-205f5f67fc05" providerId="ADAL" clId="{DFF75377-3DF0-4A60-90BA-EBCBE8F9083E}" dt="2026-01-25T19:06:26.041" v="1051" actId="20577"/>
          <ac:spMkLst>
            <pc:docMk/>
            <pc:sldMk cId="3394512739" sldId="256"/>
            <ac:spMk id="162" creationId="{1340ED02-1509-A819-198B-9294F3D09149}"/>
          </ac:spMkLst>
        </pc:spChg>
        <pc:spChg chg="mod">
          <ac:chgData name="Amouzou, Komi Mekaeli" userId="020e202c-3c4c-4e52-9bfa-205f5f67fc05" providerId="ADAL" clId="{DFF75377-3DF0-4A60-90BA-EBCBE8F9083E}" dt="2026-01-25T19:06:26.041" v="1051" actId="20577"/>
          <ac:spMkLst>
            <pc:docMk/>
            <pc:sldMk cId="3394512739" sldId="256"/>
            <ac:spMk id="165" creationId="{F75AC5AE-7023-9574-A163-89B4925EC18A}"/>
          </ac:spMkLst>
        </pc:spChg>
        <pc:spChg chg="mod">
          <ac:chgData name="Amouzou, Komi Mekaeli" userId="020e202c-3c4c-4e52-9bfa-205f5f67fc05" providerId="ADAL" clId="{DFF75377-3DF0-4A60-90BA-EBCBE8F9083E}" dt="2026-01-25T19:07:31.620" v="1064" actId="20577"/>
          <ac:spMkLst>
            <pc:docMk/>
            <pc:sldMk cId="3394512739" sldId="256"/>
            <ac:spMk id="166" creationId="{66B87702-D3CE-94F0-55E6-E77160A07185}"/>
          </ac:spMkLst>
        </pc:spChg>
        <pc:spChg chg="mod">
          <ac:chgData name="Amouzou, Komi Mekaeli" userId="020e202c-3c4c-4e52-9bfa-205f5f67fc05" providerId="ADAL" clId="{DFF75377-3DF0-4A60-90BA-EBCBE8F9083E}" dt="2026-01-25T19:06:26.041" v="1051" actId="20577"/>
          <ac:spMkLst>
            <pc:docMk/>
            <pc:sldMk cId="3394512739" sldId="256"/>
            <ac:spMk id="167" creationId="{675C36E5-8431-E4A2-0368-9B75AA24497F}"/>
          </ac:spMkLst>
        </pc:spChg>
        <pc:spChg chg="mod">
          <ac:chgData name="Amouzou, Komi Mekaeli" userId="020e202c-3c4c-4e52-9bfa-205f5f67fc05" providerId="ADAL" clId="{DFF75377-3DF0-4A60-90BA-EBCBE8F9083E}" dt="2026-01-25T19:06:38.042" v="1057" actId="20577"/>
          <ac:spMkLst>
            <pc:docMk/>
            <pc:sldMk cId="3394512739" sldId="256"/>
            <ac:spMk id="169" creationId="{BBA1EF00-A08D-0DBD-07E9-1BB9EC329E4D}"/>
          </ac:spMkLst>
        </pc:spChg>
        <pc:spChg chg="mod">
          <ac:chgData name="Amouzou, Komi Mekaeli" userId="020e202c-3c4c-4e52-9bfa-205f5f67fc05" providerId="ADAL" clId="{DFF75377-3DF0-4A60-90BA-EBCBE8F9083E}" dt="2026-01-25T19:06:26.041" v="1051" actId="20577"/>
          <ac:spMkLst>
            <pc:docMk/>
            <pc:sldMk cId="3394512739" sldId="256"/>
            <ac:spMk id="170" creationId="{335899C3-EE53-53B3-C04C-B079D70CEFE4}"/>
          </ac:spMkLst>
        </pc:spChg>
        <pc:spChg chg="mod">
          <ac:chgData name="Amouzou, Komi Mekaeli" userId="020e202c-3c4c-4e52-9bfa-205f5f67fc05" providerId="ADAL" clId="{DFF75377-3DF0-4A60-90BA-EBCBE8F9083E}" dt="2026-01-25T19:06:26.041" v="1051" actId="20577"/>
          <ac:spMkLst>
            <pc:docMk/>
            <pc:sldMk cId="3394512739" sldId="256"/>
            <ac:spMk id="171" creationId="{01CCAF03-4C89-EA04-881B-43BC0D22C11B}"/>
          </ac:spMkLst>
        </pc:spChg>
        <pc:spChg chg="mod">
          <ac:chgData name="Amouzou, Komi Mekaeli" userId="020e202c-3c4c-4e52-9bfa-205f5f67fc05" providerId="ADAL" clId="{DFF75377-3DF0-4A60-90BA-EBCBE8F9083E}" dt="2026-01-25T19:07:41.823" v="1065"/>
          <ac:spMkLst>
            <pc:docMk/>
            <pc:sldMk cId="3394512739" sldId="256"/>
            <ac:spMk id="172" creationId="{100077B6-47F6-9AF9-86B3-24C8EF94E1C4}"/>
          </ac:spMkLst>
        </pc:spChg>
        <pc:spChg chg="mod">
          <ac:chgData name="Amouzou, Komi Mekaeli" userId="020e202c-3c4c-4e52-9bfa-205f5f67fc05" providerId="ADAL" clId="{DFF75377-3DF0-4A60-90BA-EBCBE8F9083E}" dt="2026-01-25T19:06:26.041" v="1051" actId="20577"/>
          <ac:spMkLst>
            <pc:docMk/>
            <pc:sldMk cId="3394512739" sldId="256"/>
            <ac:spMk id="173" creationId="{6BD4B1D0-FF21-B732-EC30-99BB92219C40}"/>
          </ac:spMkLst>
        </pc:spChg>
        <pc:spChg chg="mod">
          <ac:chgData name="Amouzou, Komi Mekaeli" userId="020e202c-3c4c-4e52-9bfa-205f5f67fc05" providerId="ADAL" clId="{DFF75377-3DF0-4A60-90BA-EBCBE8F9083E}" dt="2026-01-25T19:04:52.403" v="986" actId="20577"/>
          <ac:spMkLst>
            <pc:docMk/>
            <pc:sldMk cId="3394512739" sldId="256"/>
            <ac:spMk id="175" creationId="{7580785B-8554-1DF2-5554-225F6D623C30}"/>
          </ac:spMkLst>
        </pc:spChg>
        <pc:spChg chg="mod">
          <ac:chgData name="Amouzou, Komi Mekaeli" userId="020e202c-3c4c-4e52-9bfa-205f5f67fc05" providerId="ADAL" clId="{DFF75377-3DF0-4A60-90BA-EBCBE8F9083E}" dt="2026-01-25T19:06:10.355" v="1045" actId="20577"/>
          <ac:spMkLst>
            <pc:docMk/>
            <pc:sldMk cId="3394512739" sldId="256"/>
            <ac:spMk id="176" creationId="{89CEA361-619B-5CE6-A0BA-8A6AB71EF5AF}"/>
          </ac:spMkLst>
        </pc:spChg>
        <pc:spChg chg="mod">
          <ac:chgData name="Amouzou, Komi Mekaeli" userId="020e202c-3c4c-4e52-9bfa-205f5f67fc05" providerId="ADAL" clId="{DFF75377-3DF0-4A60-90BA-EBCBE8F9083E}" dt="2026-01-25T19:06:26.041" v="1051" actId="20577"/>
          <ac:spMkLst>
            <pc:docMk/>
            <pc:sldMk cId="3394512739" sldId="256"/>
            <ac:spMk id="177" creationId="{D8A9F9C8-D14C-127A-7CA6-DBD31DF4F693}"/>
          </ac:spMkLst>
        </pc:spChg>
        <pc:spChg chg="mod">
          <ac:chgData name="Amouzou, Komi Mekaeli" userId="020e202c-3c4c-4e52-9bfa-205f5f67fc05" providerId="ADAL" clId="{DFF75377-3DF0-4A60-90BA-EBCBE8F9083E}" dt="2026-01-25T19:06:26.041" v="1051" actId="20577"/>
          <ac:spMkLst>
            <pc:docMk/>
            <pc:sldMk cId="3394512739" sldId="256"/>
            <ac:spMk id="178" creationId="{8988783B-4B31-5014-70E0-C3BE6B7D4892}"/>
          </ac:spMkLst>
        </pc:spChg>
        <pc:spChg chg="mod">
          <ac:chgData name="Amouzou, Komi Mekaeli" userId="020e202c-3c4c-4e52-9bfa-205f5f67fc05" providerId="ADAL" clId="{DFF75377-3DF0-4A60-90BA-EBCBE8F9083E}" dt="2026-01-25T19:05:47.284" v="1019" actId="20577"/>
          <ac:spMkLst>
            <pc:docMk/>
            <pc:sldMk cId="3394512739" sldId="256"/>
            <ac:spMk id="179" creationId="{79C17F43-E935-DDD8-5EF0-3D5AB71E5E8F}"/>
          </ac:spMkLst>
        </pc:spChg>
        <pc:spChg chg="mod">
          <ac:chgData name="Amouzou, Komi Mekaeli" userId="020e202c-3c4c-4e52-9bfa-205f5f67fc05" providerId="ADAL" clId="{DFF75377-3DF0-4A60-90BA-EBCBE8F9083E}" dt="2026-01-25T19:05:23.364" v="1011" actId="114"/>
          <ac:spMkLst>
            <pc:docMk/>
            <pc:sldMk cId="3394512739" sldId="256"/>
            <ac:spMk id="180" creationId="{C8782831-4BE7-5A3A-7075-E3938C72AD25}"/>
          </ac:spMkLst>
        </pc:spChg>
        <pc:grpChg chg="add mod">
          <ac:chgData name="Amouzou, Komi Mekaeli" userId="020e202c-3c4c-4e52-9bfa-205f5f67fc05" providerId="ADAL" clId="{DFF75377-3DF0-4A60-90BA-EBCBE8F9083E}" dt="2026-01-25T18:11:18.811" v="52" actId="164"/>
          <ac:grpSpMkLst>
            <pc:docMk/>
            <pc:sldMk cId="3394512739" sldId="256"/>
            <ac:grpSpMk id="9" creationId="{22A366A5-EA37-A374-BA27-6E627171440F}"/>
          </ac:grpSpMkLst>
        </pc:grpChg>
        <pc:grpChg chg="add mod">
          <ac:chgData name="Amouzou, Komi Mekaeli" userId="020e202c-3c4c-4e52-9bfa-205f5f67fc05" providerId="ADAL" clId="{DFF75377-3DF0-4A60-90BA-EBCBE8F9083E}" dt="2026-01-25T18:43:38.210" v="493" actId="164"/>
          <ac:grpSpMkLst>
            <pc:docMk/>
            <pc:sldMk cId="3394512739" sldId="256"/>
            <ac:grpSpMk id="12" creationId="{5D092BC9-7CE6-5812-DCEF-FCD3D8FF23A9}"/>
          </ac:grpSpMkLst>
        </pc:grpChg>
        <pc:grpChg chg="add mod">
          <ac:chgData name="Amouzou, Komi Mekaeli" userId="020e202c-3c4c-4e52-9bfa-205f5f67fc05" providerId="ADAL" clId="{DFF75377-3DF0-4A60-90BA-EBCBE8F9083E}" dt="2026-01-25T18:43:38.210" v="493" actId="164"/>
          <ac:grpSpMkLst>
            <pc:docMk/>
            <pc:sldMk cId="3394512739" sldId="256"/>
            <ac:grpSpMk id="14" creationId="{4605A3E4-D4D4-9025-1A28-2C21EFA273B2}"/>
          </ac:grpSpMkLst>
        </pc:grpChg>
        <pc:grpChg chg="add mod">
          <ac:chgData name="Amouzou, Komi Mekaeli" userId="020e202c-3c4c-4e52-9bfa-205f5f67fc05" providerId="ADAL" clId="{DFF75377-3DF0-4A60-90BA-EBCBE8F9083E}" dt="2026-01-25T18:43:38.210" v="493" actId="164"/>
          <ac:grpSpMkLst>
            <pc:docMk/>
            <pc:sldMk cId="3394512739" sldId="256"/>
            <ac:grpSpMk id="15" creationId="{D89CB42D-777C-0E27-5305-B4A4C779DA5E}"/>
          </ac:grpSpMkLst>
        </pc:grpChg>
        <pc:grpChg chg="add del mod">
          <ac:chgData name="Amouzou, Komi Mekaeli" userId="020e202c-3c4c-4e52-9bfa-205f5f67fc05" providerId="ADAL" clId="{DFF75377-3DF0-4A60-90BA-EBCBE8F9083E}" dt="2026-01-25T18:18:21.635" v="161" actId="165"/>
          <ac:grpSpMkLst>
            <pc:docMk/>
            <pc:sldMk cId="3394512739" sldId="256"/>
            <ac:grpSpMk id="23" creationId="{FF98D00C-B9AF-0E77-A95A-FE87D32E099D}"/>
          </ac:grpSpMkLst>
        </pc:grpChg>
        <pc:grpChg chg="add del mod">
          <ac:chgData name="Amouzou, Komi Mekaeli" userId="020e202c-3c4c-4e52-9bfa-205f5f67fc05" providerId="ADAL" clId="{DFF75377-3DF0-4A60-90BA-EBCBE8F9083E}" dt="2026-01-25T18:31:36.889" v="298" actId="165"/>
          <ac:grpSpMkLst>
            <pc:docMk/>
            <pc:sldMk cId="3394512739" sldId="256"/>
            <ac:grpSpMk id="28" creationId="{6E5A2C5E-C7C9-4C05-D53F-3EA33B818CF2}"/>
          </ac:grpSpMkLst>
        </pc:grpChg>
        <pc:grpChg chg="add del mod">
          <ac:chgData name="Amouzou, Komi Mekaeli" userId="020e202c-3c4c-4e52-9bfa-205f5f67fc05" providerId="ADAL" clId="{DFF75377-3DF0-4A60-90BA-EBCBE8F9083E}" dt="2026-01-25T18:33:28.568" v="323" actId="478"/>
          <ac:grpSpMkLst>
            <pc:docMk/>
            <pc:sldMk cId="3394512739" sldId="256"/>
            <ac:grpSpMk id="29" creationId="{16AE85FB-D1DC-9D47-5C69-3DBCCD69C219}"/>
          </ac:grpSpMkLst>
        </pc:grpChg>
        <pc:grpChg chg="add del mod">
          <ac:chgData name="Amouzou, Komi Mekaeli" userId="020e202c-3c4c-4e52-9bfa-205f5f67fc05" providerId="ADAL" clId="{DFF75377-3DF0-4A60-90BA-EBCBE8F9083E}" dt="2026-01-25T18:33:25.105" v="321" actId="478"/>
          <ac:grpSpMkLst>
            <pc:docMk/>
            <pc:sldMk cId="3394512739" sldId="256"/>
            <ac:grpSpMk id="33" creationId="{DF72CCE0-72A7-F65D-9CB5-EFE0DEFC0970}"/>
          </ac:grpSpMkLst>
        </pc:grpChg>
        <pc:grpChg chg="add del mod">
          <ac:chgData name="Amouzou, Komi Mekaeli" userId="020e202c-3c4c-4e52-9bfa-205f5f67fc05" providerId="ADAL" clId="{DFF75377-3DF0-4A60-90BA-EBCBE8F9083E}" dt="2026-01-25T18:33:25.105" v="321" actId="478"/>
          <ac:grpSpMkLst>
            <pc:docMk/>
            <pc:sldMk cId="3394512739" sldId="256"/>
            <ac:grpSpMk id="37" creationId="{BA993C6A-3158-84E7-D25A-2A12BC177877}"/>
          </ac:grpSpMkLst>
        </pc:grpChg>
        <pc:grpChg chg="del mod">
          <ac:chgData name="Amouzou, Komi Mekaeli" userId="020e202c-3c4c-4e52-9bfa-205f5f67fc05" providerId="ADAL" clId="{DFF75377-3DF0-4A60-90BA-EBCBE8F9083E}" dt="2026-01-25T18:33:25.105" v="321" actId="478"/>
          <ac:grpSpMkLst>
            <pc:docMk/>
            <pc:sldMk cId="3394512739" sldId="256"/>
            <ac:grpSpMk id="41" creationId="{D73462F5-042E-4115-3F39-01B4759F0CF6}"/>
          </ac:grpSpMkLst>
        </pc:grpChg>
        <pc:grpChg chg="del mod">
          <ac:chgData name="Amouzou, Komi Mekaeli" userId="020e202c-3c4c-4e52-9bfa-205f5f67fc05" providerId="ADAL" clId="{DFF75377-3DF0-4A60-90BA-EBCBE8F9083E}" dt="2026-01-25T18:33:27.497" v="322" actId="478"/>
          <ac:grpSpMkLst>
            <pc:docMk/>
            <pc:sldMk cId="3394512739" sldId="256"/>
            <ac:grpSpMk id="45" creationId="{82177FD3-1FCA-C313-2692-8452BB3ABD49}"/>
          </ac:grpSpMkLst>
        </pc:grpChg>
        <pc:grpChg chg="add mod">
          <ac:chgData name="Amouzou, Komi Mekaeli" userId="020e202c-3c4c-4e52-9bfa-205f5f67fc05" providerId="ADAL" clId="{DFF75377-3DF0-4A60-90BA-EBCBE8F9083E}" dt="2026-01-25T18:33:00.239" v="315" actId="164"/>
          <ac:grpSpMkLst>
            <pc:docMk/>
            <pc:sldMk cId="3394512739" sldId="256"/>
            <ac:grpSpMk id="53" creationId="{C4E09033-848E-65B6-94FD-B17B5749653C}"/>
          </ac:grpSpMkLst>
        </pc:grpChg>
        <pc:grpChg chg="add mod">
          <ac:chgData name="Amouzou, Komi Mekaeli" userId="020e202c-3c4c-4e52-9bfa-205f5f67fc05" providerId="ADAL" clId="{DFF75377-3DF0-4A60-90BA-EBCBE8F9083E}" dt="2026-01-25T18:45:27.840" v="526" actId="164"/>
          <ac:grpSpMkLst>
            <pc:docMk/>
            <pc:sldMk cId="3394512739" sldId="256"/>
            <ac:grpSpMk id="58" creationId="{30F29330-E05E-9AB1-1013-9C8FC5A4480B}"/>
          </ac:grpSpMkLst>
        </pc:grpChg>
        <pc:grpChg chg="add mod">
          <ac:chgData name="Amouzou, Komi Mekaeli" userId="020e202c-3c4c-4e52-9bfa-205f5f67fc05" providerId="ADAL" clId="{DFF75377-3DF0-4A60-90BA-EBCBE8F9083E}" dt="2026-01-25T18:45:27.840" v="526" actId="164"/>
          <ac:grpSpMkLst>
            <pc:docMk/>
            <pc:sldMk cId="3394512739" sldId="256"/>
            <ac:grpSpMk id="59" creationId="{1934AEF6-4BCE-CB69-755F-6F683A58C373}"/>
          </ac:grpSpMkLst>
        </pc:grpChg>
        <pc:grpChg chg="add mod">
          <ac:chgData name="Amouzou, Komi Mekaeli" userId="020e202c-3c4c-4e52-9bfa-205f5f67fc05" providerId="ADAL" clId="{DFF75377-3DF0-4A60-90BA-EBCBE8F9083E}" dt="2026-01-25T18:34:24.714" v="329"/>
          <ac:grpSpMkLst>
            <pc:docMk/>
            <pc:sldMk cId="3394512739" sldId="256"/>
            <ac:grpSpMk id="64" creationId="{9C77D2CC-E301-17B6-4627-70DDE05B7D3F}"/>
          </ac:grpSpMkLst>
        </pc:grpChg>
        <pc:grpChg chg="add mod">
          <ac:chgData name="Amouzou, Komi Mekaeli" userId="020e202c-3c4c-4e52-9bfa-205f5f67fc05" providerId="ADAL" clId="{DFF75377-3DF0-4A60-90BA-EBCBE8F9083E}" dt="2026-01-25T18:34:24.714" v="329"/>
          <ac:grpSpMkLst>
            <pc:docMk/>
            <pc:sldMk cId="3394512739" sldId="256"/>
            <ac:grpSpMk id="69" creationId="{918D1B6D-DBB8-DC7B-AFE8-97434AB6E6B0}"/>
          </ac:grpSpMkLst>
        </pc:grpChg>
        <pc:grpChg chg="add del mod">
          <ac:chgData name="Amouzou, Komi Mekaeli" userId="020e202c-3c4c-4e52-9bfa-205f5f67fc05" providerId="ADAL" clId="{DFF75377-3DF0-4A60-90BA-EBCBE8F9083E}" dt="2026-01-25T18:40:03.913" v="418" actId="165"/>
          <ac:grpSpMkLst>
            <pc:docMk/>
            <pc:sldMk cId="3394512739" sldId="256"/>
            <ac:grpSpMk id="74" creationId="{197ACAFC-DA0D-A977-B668-9B5CB4F7333D}"/>
          </ac:grpSpMkLst>
        </pc:grpChg>
        <pc:grpChg chg="add mod">
          <ac:chgData name="Amouzou, Komi Mekaeli" userId="020e202c-3c4c-4e52-9bfa-205f5f67fc05" providerId="ADAL" clId="{DFF75377-3DF0-4A60-90BA-EBCBE8F9083E}" dt="2026-01-25T18:45:27.840" v="526" actId="164"/>
          <ac:grpSpMkLst>
            <pc:docMk/>
            <pc:sldMk cId="3394512739" sldId="256"/>
            <ac:grpSpMk id="79" creationId="{B17AB554-CD31-7316-58AC-30D09F680B40}"/>
          </ac:grpSpMkLst>
        </pc:grpChg>
        <pc:grpChg chg="add mod">
          <ac:chgData name="Amouzou, Komi Mekaeli" userId="020e202c-3c4c-4e52-9bfa-205f5f67fc05" providerId="ADAL" clId="{DFF75377-3DF0-4A60-90BA-EBCBE8F9083E}" dt="2026-01-25T18:45:27.840" v="526" actId="164"/>
          <ac:grpSpMkLst>
            <pc:docMk/>
            <pc:sldMk cId="3394512739" sldId="256"/>
            <ac:grpSpMk id="84" creationId="{FD63B7BC-E1EB-FA16-0173-382E6524D3D8}"/>
          </ac:grpSpMkLst>
        </pc:grpChg>
        <pc:grpChg chg="add del mod">
          <ac:chgData name="Amouzou, Komi Mekaeli" userId="020e202c-3c4c-4e52-9bfa-205f5f67fc05" providerId="ADAL" clId="{DFF75377-3DF0-4A60-90BA-EBCBE8F9083E}" dt="2026-01-25T18:59:52.101" v="847" actId="478"/>
          <ac:grpSpMkLst>
            <pc:docMk/>
            <pc:sldMk cId="3394512739" sldId="256"/>
            <ac:grpSpMk id="90" creationId="{2F73A861-C22C-3AB4-C3DA-93242C998A5B}"/>
          </ac:grpSpMkLst>
        </pc:grpChg>
        <pc:grpChg chg="add mod">
          <ac:chgData name="Amouzou, Komi Mekaeli" userId="020e202c-3c4c-4e52-9bfa-205f5f67fc05" providerId="ADAL" clId="{DFF75377-3DF0-4A60-90BA-EBCBE8F9083E}" dt="2026-01-25T18:45:27.840" v="526" actId="164"/>
          <ac:grpSpMkLst>
            <pc:docMk/>
            <pc:sldMk cId="3394512739" sldId="256"/>
            <ac:grpSpMk id="91" creationId="{49C7F2D9-4642-1E4D-F215-8D87FCD992F3}"/>
          </ac:grpSpMkLst>
        </pc:grpChg>
        <pc:grpChg chg="add mod">
          <ac:chgData name="Amouzou, Komi Mekaeli" userId="020e202c-3c4c-4e52-9bfa-205f5f67fc05" providerId="ADAL" clId="{DFF75377-3DF0-4A60-90BA-EBCBE8F9083E}" dt="2026-01-25T18:58:35.580" v="787" actId="1076"/>
          <ac:grpSpMkLst>
            <pc:docMk/>
            <pc:sldMk cId="3394512739" sldId="256"/>
            <ac:grpSpMk id="110" creationId="{279B2805-3329-8558-F260-4BA7A51E4ED1}"/>
          </ac:grpSpMkLst>
        </pc:grpChg>
        <pc:grpChg chg="add del mod">
          <ac:chgData name="Amouzou, Komi Mekaeli" userId="020e202c-3c4c-4e52-9bfa-205f5f67fc05" providerId="ADAL" clId="{DFF75377-3DF0-4A60-90BA-EBCBE8F9083E}" dt="2026-01-25T19:01:11.112" v="856" actId="1076"/>
          <ac:grpSpMkLst>
            <pc:docMk/>
            <pc:sldMk cId="3394512739" sldId="256"/>
            <ac:grpSpMk id="111" creationId="{B0C8F6B8-0BCA-6ECE-1CAD-E9DD49F32346}"/>
          </ac:grpSpMkLst>
        </pc:grpChg>
        <pc:grpChg chg="del mod">
          <ac:chgData name="Amouzou, Komi Mekaeli" userId="020e202c-3c4c-4e52-9bfa-205f5f67fc05" providerId="ADAL" clId="{DFF75377-3DF0-4A60-90BA-EBCBE8F9083E}" dt="2026-01-25T18:50:45.280" v="655" actId="21"/>
          <ac:grpSpMkLst>
            <pc:docMk/>
            <pc:sldMk cId="3394512739" sldId="256"/>
            <ac:grpSpMk id="113" creationId="{914EEE02-BBCF-715D-C2F9-9CAF44F186B6}"/>
          </ac:grpSpMkLst>
        </pc:grpChg>
        <pc:grpChg chg="add mod">
          <ac:chgData name="Amouzou, Komi Mekaeli" userId="020e202c-3c4c-4e52-9bfa-205f5f67fc05" providerId="ADAL" clId="{DFF75377-3DF0-4A60-90BA-EBCBE8F9083E}" dt="2026-01-25T19:02:10.482" v="865" actId="165"/>
          <ac:grpSpMkLst>
            <pc:docMk/>
            <pc:sldMk cId="3394512739" sldId="256"/>
            <ac:grpSpMk id="142" creationId="{EEFB9B9F-DD18-702E-52B6-443C7D43BCF8}"/>
          </ac:grpSpMkLst>
        </pc:grpChg>
        <pc:grpChg chg="add mod topLvl">
          <ac:chgData name="Amouzou, Komi Mekaeli" userId="020e202c-3c4c-4e52-9bfa-205f5f67fc05" providerId="ADAL" clId="{DFF75377-3DF0-4A60-90BA-EBCBE8F9083E}" dt="2026-01-25T19:02:10.482" v="865" actId="165"/>
          <ac:grpSpMkLst>
            <pc:docMk/>
            <pc:sldMk cId="3394512739" sldId="256"/>
            <ac:grpSpMk id="144" creationId="{68C72DBE-2E7C-91D7-BB5B-960457F723DA}"/>
          </ac:grpSpMkLst>
        </pc:grpChg>
        <pc:grpChg chg="add mod">
          <ac:chgData name="Amouzou, Komi Mekaeli" userId="020e202c-3c4c-4e52-9bfa-205f5f67fc05" providerId="ADAL" clId="{DFF75377-3DF0-4A60-90BA-EBCBE8F9083E}" dt="2026-01-25T19:02:47.873" v="902" actId="1037"/>
          <ac:grpSpMkLst>
            <pc:docMk/>
            <pc:sldMk cId="3394512739" sldId="256"/>
            <ac:grpSpMk id="145" creationId="{A18DFED0-3271-1805-F27F-2756C2C9AD37}"/>
          </ac:grpSpMkLst>
        </pc:grpChg>
        <pc:grpChg chg="del mod">
          <ac:chgData name="Amouzou, Komi Mekaeli" userId="020e202c-3c4c-4e52-9bfa-205f5f67fc05" providerId="ADAL" clId="{DFF75377-3DF0-4A60-90BA-EBCBE8F9083E}" dt="2026-01-25T18:54:05.154" v="720" actId="478"/>
          <ac:grpSpMkLst>
            <pc:docMk/>
            <pc:sldMk cId="3394512739" sldId="256"/>
            <ac:grpSpMk id="146" creationId="{AC74C017-B90C-B3BC-A033-D06A3D5223FF}"/>
          </ac:grpSpMkLst>
        </pc:grpChg>
        <pc:grpChg chg="add mod topLvl">
          <ac:chgData name="Amouzou, Komi Mekaeli" userId="020e202c-3c4c-4e52-9bfa-205f5f67fc05" providerId="ADAL" clId="{DFF75377-3DF0-4A60-90BA-EBCBE8F9083E}" dt="2026-01-25T19:02:52.589" v="921" actId="1037"/>
          <ac:grpSpMkLst>
            <pc:docMk/>
            <pc:sldMk cId="3394512739" sldId="256"/>
            <ac:grpSpMk id="150" creationId="{23EEF752-436F-A9E4-3CAC-643966C02F4E}"/>
          </ac:grpSpMkLst>
        </pc:grpChg>
        <pc:grpChg chg="add mod">
          <ac:chgData name="Amouzou, Komi Mekaeli" userId="020e202c-3c4c-4e52-9bfa-205f5f67fc05" providerId="ADAL" clId="{DFF75377-3DF0-4A60-90BA-EBCBE8F9083E}" dt="2026-01-25T18:56:11.993" v="784" actId="1036"/>
          <ac:grpSpMkLst>
            <pc:docMk/>
            <pc:sldMk cId="3394512739" sldId="256"/>
            <ac:grpSpMk id="153" creationId="{F65B566A-9463-09B9-E2F2-3C29183E46A0}"/>
          </ac:grpSpMkLst>
        </pc:grpChg>
        <pc:grpChg chg="mod">
          <ac:chgData name="Amouzou, Komi Mekaeli" userId="020e202c-3c4c-4e52-9bfa-205f5f67fc05" providerId="ADAL" clId="{DFF75377-3DF0-4A60-90BA-EBCBE8F9083E}" dt="2026-01-25T19:01:31.117" v="863" actId="1037"/>
          <ac:grpSpMkLst>
            <pc:docMk/>
            <pc:sldMk cId="3394512739" sldId="256"/>
            <ac:grpSpMk id="154" creationId="{75C7C985-86FA-B537-6AAF-2A6151561D33}"/>
          </ac:grpSpMkLst>
        </pc:grpChg>
      </pc:sldChg>
      <pc:sldChg chg="addSp delSp modSp new mod">
        <pc:chgData name="Amouzou, Komi Mekaeli" userId="020e202c-3c4c-4e52-9bfa-205f5f67fc05" providerId="ADAL" clId="{DFF75377-3DF0-4A60-90BA-EBCBE8F9083E}" dt="2026-01-25T18:50:47.397" v="656"/>
        <pc:sldMkLst>
          <pc:docMk/>
          <pc:sldMk cId="3433642152" sldId="257"/>
        </pc:sldMkLst>
        <pc:spChg chg="del">
          <ac:chgData name="Amouzou, Komi Mekaeli" userId="020e202c-3c4c-4e52-9bfa-205f5f67fc05" providerId="ADAL" clId="{DFF75377-3DF0-4A60-90BA-EBCBE8F9083E}" dt="2026-01-25T18:48:36.145" v="570" actId="478"/>
          <ac:spMkLst>
            <pc:docMk/>
            <pc:sldMk cId="3433642152" sldId="257"/>
            <ac:spMk id="2" creationId="{08B88FD9-95A6-8306-4573-594329347654}"/>
          </ac:spMkLst>
        </pc:spChg>
        <pc:spChg chg="del">
          <ac:chgData name="Amouzou, Komi Mekaeli" userId="020e202c-3c4c-4e52-9bfa-205f5f67fc05" providerId="ADAL" clId="{DFF75377-3DF0-4A60-90BA-EBCBE8F9083E}" dt="2026-01-25T18:48:35.433" v="569" actId="478"/>
          <ac:spMkLst>
            <pc:docMk/>
            <pc:sldMk cId="3433642152" sldId="257"/>
            <ac:spMk id="3" creationId="{46CB3D15-F280-05A9-4ADF-5CADBF9B5D7F}"/>
          </ac:spMkLst>
        </pc:spChg>
        <pc:spChg chg="mod">
          <ac:chgData name="Amouzou, Komi Mekaeli" userId="020e202c-3c4c-4e52-9bfa-205f5f67fc05" providerId="ADAL" clId="{DFF75377-3DF0-4A60-90BA-EBCBE8F9083E}" dt="2026-01-25T18:50:47.397" v="656"/>
          <ac:spMkLst>
            <pc:docMk/>
            <pc:sldMk cId="3433642152" sldId="257"/>
            <ac:spMk id="120" creationId="{ED50CD07-9E99-6FB1-9962-6BB4280424BC}"/>
          </ac:spMkLst>
        </pc:spChg>
        <pc:spChg chg="mod">
          <ac:chgData name="Amouzou, Komi Mekaeli" userId="020e202c-3c4c-4e52-9bfa-205f5f67fc05" providerId="ADAL" clId="{DFF75377-3DF0-4A60-90BA-EBCBE8F9083E}" dt="2026-01-25T18:50:47.397" v="656"/>
          <ac:spMkLst>
            <pc:docMk/>
            <pc:sldMk cId="3433642152" sldId="257"/>
            <ac:spMk id="121" creationId="{FA9FE52A-F8B1-C72B-74E5-A18A5CA203D6}"/>
          </ac:spMkLst>
        </pc:spChg>
        <pc:spChg chg="mod">
          <ac:chgData name="Amouzou, Komi Mekaeli" userId="020e202c-3c4c-4e52-9bfa-205f5f67fc05" providerId="ADAL" clId="{DFF75377-3DF0-4A60-90BA-EBCBE8F9083E}" dt="2026-01-25T18:50:47.397" v="656"/>
          <ac:spMkLst>
            <pc:docMk/>
            <pc:sldMk cId="3433642152" sldId="257"/>
            <ac:spMk id="122" creationId="{E67F29FA-0D94-1FA7-6A48-4E6AB99A64AE}"/>
          </ac:spMkLst>
        </pc:spChg>
        <pc:spChg chg="mod">
          <ac:chgData name="Amouzou, Komi Mekaeli" userId="020e202c-3c4c-4e52-9bfa-205f5f67fc05" providerId="ADAL" clId="{DFF75377-3DF0-4A60-90BA-EBCBE8F9083E}" dt="2026-01-25T18:50:47.397" v="656"/>
          <ac:spMkLst>
            <pc:docMk/>
            <pc:sldMk cId="3433642152" sldId="257"/>
            <ac:spMk id="123" creationId="{38B38B1A-35DD-5A7F-EAAE-ADB7712DD968}"/>
          </ac:spMkLst>
        </pc:spChg>
        <pc:spChg chg="mod">
          <ac:chgData name="Amouzou, Komi Mekaeli" userId="020e202c-3c4c-4e52-9bfa-205f5f67fc05" providerId="ADAL" clId="{DFF75377-3DF0-4A60-90BA-EBCBE8F9083E}" dt="2026-01-25T18:50:47.397" v="656"/>
          <ac:spMkLst>
            <pc:docMk/>
            <pc:sldMk cId="3433642152" sldId="257"/>
            <ac:spMk id="124" creationId="{F8DBABE9-51DA-632E-5F67-B2014F158CB8}"/>
          </ac:spMkLst>
        </pc:spChg>
        <pc:spChg chg="mod">
          <ac:chgData name="Amouzou, Komi Mekaeli" userId="020e202c-3c4c-4e52-9bfa-205f5f67fc05" providerId="ADAL" clId="{DFF75377-3DF0-4A60-90BA-EBCBE8F9083E}" dt="2026-01-25T18:50:47.397" v="656"/>
          <ac:spMkLst>
            <pc:docMk/>
            <pc:sldMk cId="3433642152" sldId="257"/>
            <ac:spMk id="127" creationId="{C9E17077-F38B-1397-7BE0-3ACF7B30AF2A}"/>
          </ac:spMkLst>
        </pc:spChg>
        <pc:spChg chg="mod">
          <ac:chgData name="Amouzou, Komi Mekaeli" userId="020e202c-3c4c-4e52-9bfa-205f5f67fc05" providerId="ADAL" clId="{DFF75377-3DF0-4A60-90BA-EBCBE8F9083E}" dt="2026-01-25T18:50:47.397" v="656"/>
          <ac:spMkLst>
            <pc:docMk/>
            <pc:sldMk cId="3433642152" sldId="257"/>
            <ac:spMk id="129" creationId="{C1117ED1-FDFF-68C6-6AD9-CEC1AE3DBB19}"/>
          </ac:spMkLst>
        </pc:spChg>
        <pc:spChg chg="mod">
          <ac:chgData name="Amouzou, Komi Mekaeli" userId="020e202c-3c4c-4e52-9bfa-205f5f67fc05" providerId="ADAL" clId="{DFF75377-3DF0-4A60-90BA-EBCBE8F9083E}" dt="2026-01-25T18:50:47.397" v="656"/>
          <ac:spMkLst>
            <pc:docMk/>
            <pc:sldMk cId="3433642152" sldId="257"/>
            <ac:spMk id="130" creationId="{E35DB6CD-4EAA-F8FB-1E02-E7C0C4C72A4A}"/>
          </ac:spMkLst>
        </pc:spChg>
        <pc:spChg chg="mod">
          <ac:chgData name="Amouzou, Komi Mekaeli" userId="020e202c-3c4c-4e52-9bfa-205f5f67fc05" providerId="ADAL" clId="{DFF75377-3DF0-4A60-90BA-EBCBE8F9083E}" dt="2026-01-25T18:50:47.397" v="656"/>
          <ac:spMkLst>
            <pc:docMk/>
            <pc:sldMk cId="3433642152" sldId="257"/>
            <ac:spMk id="132" creationId="{BDF25E7D-A9AF-967E-38F6-236BA0D75DFD}"/>
          </ac:spMkLst>
        </pc:spChg>
        <pc:spChg chg="mod">
          <ac:chgData name="Amouzou, Komi Mekaeli" userId="020e202c-3c4c-4e52-9bfa-205f5f67fc05" providerId="ADAL" clId="{DFF75377-3DF0-4A60-90BA-EBCBE8F9083E}" dt="2026-01-25T18:50:47.397" v="656"/>
          <ac:spMkLst>
            <pc:docMk/>
            <pc:sldMk cId="3433642152" sldId="257"/>
            <ac:spMk id="136" creationId="{FC5B96FB-30AB-F672-585D-1EDF424AF9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49983D-1A76-AC15-D254-65AFEA380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7AA0F5-6CA2-9F31-0EEA-50760BEE7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13DED1-8A26-92B0-3D93-AC897102B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C092FA-935A-7E0E-1732-90A36480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57CEF5-90F3-5B46-15AC-6AEC8AE4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81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6C883E-A1F0-D05B-BED8-83C1A0373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759A5F-6D83-C7B9-6AA7-D63649DE6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65BA1A-F262-4D6E-F4F2-CFCD7E6AD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D0C174-88B1-DB21-477D-C4131675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E904BC-6DED-EFF4-61E5-2F462A67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722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72B708-4DD1-E2C1-1AE2-0802313BD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535B41-D1C5-D2D5-9C12-4A67BEC40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9C594D-FB9C-1E83-3D51-6788B66F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E02B4C-1E84-7026-4ED6-9C5F78C23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0497A2-32B8-761B-59B1-805EBE79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209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79D2A7-04B3-D308-BB51-4970533EE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929EB1-19AD-ED4D-858B-0A76C4884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AEC16D3-09E9-B4BA-AC4D-8F83E12E2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900884-D0E4-B460-F8DB-F4C91472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F32947-D8D0-3E20-D0A9-6C5CA8496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2562D1-568C-7028-8016-2961F4C76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284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336D4A-5B7A-B92D-74E4-2F574A0CF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AF58D2-1BCB-2B6F-DC10-22A278D84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95F090-874A-D856-A74D-005A2F73C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527CB15-6B45-41D6-C62F-68C241162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8B46066-DB89-4225-D6A7-C89627DE48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1CBFD51-FB16-07CD-240D-21B7EAEB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8A971E1-9AE2-5E45-117E-14283ADFC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7CDA95B-CE44-9BEA-6A87-1CDAD448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25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708B98-DFE1-8775-1839-D5A079181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AC6D635-F77C-A685-4919-C2B2A11D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8BA2CA6-7311-231A-6313-373588411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0608ACA-65E9-DBBA-13C4-54D2F4E5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043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CE720FF-BA73-F9E5-E443-AC81B5826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D072B3-DEAA-9FA1-D021-9C513FA6F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F12C5D8-46C1-27B5-4CA6-9DA940371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680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6F0766-355F-95DC-5498-9DB198828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B5973E-96D5-9D86-662E-60ED07803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3154F0-C8E1-17D9-A32B-E12CB5A13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3839A93-7370-D8C4-3327-59F2B8CD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31DC45-7865-18BE-E515-AB21983CC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7879AC-A195-F4BA-3FFF-D89B67EE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78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C454D-3AFA-1BD4-E20A-63D64B8D0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113CCEE-F8C3-C11D-12BA-465191D2D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6CACAD0-EA17-72E7-EAE1-51950C3BF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21631B-41DE-2637-1EF8-FE9E4EAE1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FE2992-F7AA-8B51-13E5-6DBFF7B5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361C8B-FEA9-3D88-E40B-33AFF32F1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726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292CFA-CDB5-65FE-C995-B66308EA0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C882260-F4BE-E5E9-4985-F85BF8DF3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6A44BD-2D4B-E4FB-03D7-831D4D2F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9DF08F-9EB3-DD11-1D7D-764217E38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B4CC17-9962-26C2-3F47-6719A4A7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6880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BB80FAF-4F27-E620-295F-5D526CB9A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3A0368F-2514-4D2F-40D5-D3A91485F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976686-6C99-27BD-E8A2-6099644C4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5856-D372-4018-954A-406ED84378D1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9A3D93-D22B-1471-EF31-94D40A57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00B55C-3A30-2568-721B-ADBFE518C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7636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ED2D10C-5EB1-8060-5023-3984919B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095D1D9-46ED-3BC2-A213-634C044A0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B96719-6032-03DC-6E23-8091C33E4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05856-D372-4018-954A-406ED84378D1}" type="datetimeFigureOut">
              <a:rPr lang="fr-FR" smtClean="0"/>
              <a:t>25/01/2026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0B898E-5EC2-BBEC-9B35-0A65D32B3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2B8551-265E-9D82-99F0-A650F0688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380823-7BED-4D1C-85A0-7AFA30C08A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6649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F5827D-83AD-71C5-8144-297672342AFB}"/>
              </a:ext>
            </a:extLst>
          </p:cNvPr>
          <p:cNvSpPr/>
          <p:nvPr/>
        </p:nvSpPr>
        <p:spPr>
          <a:xfrm>
            <a:off x="1161288" y="219457"/>
            <a:ext cx="7607808" cy="55504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279B2805-3329-8558-F260-4BA7A51E4ED1}"/>
              </a:ext>
            </a:extLst>
          </p:cNvPr>
          <p:cNvGrpSpPr/>
          <p:nvPr/>
        </p:nvGrpSpPr>
        <p:grpSpPr>
          <a:xfrm>
            <a:off x="2120609" y="498907"/>
            <a:ext cx="4599554" cy="1026206"/>
            <a:chOff x="1544192" y="1257202"/>
            <a:chExt cx="4599554" cy="1026206"/>
          </a:xfrm>
        </p:grpSpPr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5D092BC9-7CE6-5812-DCEF-FCD3D8FF23A9}"/>
                </a:ext>
              </a:extLst>
            </p:cNvPr>
            <p:cNvGrpSpPr/>
            <p:nvPr/>
          </p:nvGrpSpPr>
          <p:grpSpPr>
            <a:xfrm>
              <a:off x="1544192" y="1257202"/>
              <a:ext cx="1511808" cy="276999"/>
              <a:chOff x="1423416" y="1031992"/>
              <a:chExt cx="1511808" cy="276999"/>
            </a:xfrm>
          </p:grpSpPr>
          <p:grpSp>
            <p:nvGrpSpPr>
              <p:cNvPr id="9" name="Groupe 8">
                <a:extLst>
                  <a:ext uri="{FF2B5EF4-FFF2-40B4-BE49-F238E27FC236}">
                    <a16:creationId xmlns:a16="http://schemas.microsoft.com/office/drawing/2014/main" id="{22A366A5-EA37-A374-BA27-6E627171440F}"/>
                  </a:ext>
                </a:extLst>
              </p:cNvPr>
              <p:cNvGrpSpPr/>
              <p:nvPr/>
            </p:nvGrpSpPr>
            <p:grpSpPr>
              <a:xfrm>
                <a:off x="1423416" y="1068002"/>
                <a:ext cx="195072" cy="204978"/>
                <a:chOff x="1563624" y="1419987"/>
                <a:chExt cx="195072" cy="204978"/>
              </a:xfrm>
            </p:grpSpPr>
            <p:sp>
              <p:nvSpPr>
                <p:cNvPr id="5" name="Organigramme : Connecteur 4">
                  <a:extLst>
                    <a:ext uri="{FF2B5EF4-FFF2-40B4-BE49-F238E27FC236}">
                      <a16:creationId xmlns:a16="http://schemas.microsoft.com/office/drawing/2014/main" id="{16877229-5236-F94D-6802-68A3ED4163D6}"/>
                    </a:ext>
                  </a:extLst>
                </p:cNvPr>
                <p:cNvSpPr/>
                <p:nvPr/>
              </p:nvSpPr>
              <p:spPr>
                <a:xfrm>
                  <a:off x="1601724" y="1463040"/>
                  <a:ext cx="118872" cy="118872"/>
                </a:xfrm>
                <a:prstGeom prst="flowChartConnector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" name="Organigramme : Connecteur 5">
                  <a:extLst>
                    <a:ext uri="{FF2B5EF4-FFF2-40B4-BE49-F238E27FC236}">
                      <a16:creationId xmlns:a16="http://schemas.microsoft.com/office/drawing/2014/main" id="{E2A2A6E0-4BA6-BE98-4F99-82B30099556F}"/>
                    </a:ext>
                  </a:extLst>
                </p:cNvPr>
                <p:cNvSpPr/>
                <p:nvPr/>
              </p:nvSpPr>
              <p:spPr>
                <a:xfrm>
                  <a:off x="1563624" y="1419987"/>
                  <a:ext cx="195072" cy="204978"/>
                </a:xfrm>
                <a:prstGeom prst="flowChartConnector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72AAE61F-AFAC-6166-ACD7-1CE11054C7C3}"/>
                  </a:ext>
                </a:extLst>
              </p:cNvPr>
              <p:cNvSpPr txBox="1"/>
              <p:nvPr/>
            </p:nvSpPr>
            <p:spPr>
              <a:xfrm>
                <a:off x="1656588" y="1031992"/>
                <a:ext cx="12786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200" dirty="0"/>
                  <a:t>Généralisation</a:t>
                </a:r>
                <a:endParaRPr lang="fr-FR" sz="1200" dirty="0"/>
              </a:p>
            </p:txBody>
          </p:sp>
        </p:grp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4605A3E4-D4D4-9025-1A28-2C21EFA273B2}"/>
                </a:ext>
              </a:extLst>
            </p:cNvPr>
            <p:cNvGrpSpPr/>
            <p:nvPr/>
          </p:nvGrpSpPr>
          <p:grpSpPr>
            <a:xfrm>
              <a:off x="3073587" y="1257202"/>
              <a:ext cx="1526286" cy="276999"/>
              <a:chOff x="1853184" y="2358390"/>
              <a:chExt cx="1526286" cy="276999"/>
            </a:xfrm>
          </p:grpSpPr>
          <p:sp>
            <p:nvSpPr>
              <p:cNvPr id="8" name="Organigramme : Connecteur 7">
                <a:extLst>
                  <a:ext uri="{FF2B5EF4-FFF2-40B4-BE49-F238E27FC236}">
                    <a16:creationId xmlns:a16="http://schemas.microsoft.com/office/drawing/2014/main" id="{A2176E64-01CE-79E0-AAA0-54F51E09D9EA}"/>
                  </a:ext>
                </a:extLst>
              </p:cNvPr>
              <p:cNvSpPr/>
              <p:nvPr/>
            </p:nvSpPr>
            <p:spPr>
              <a:xfrm>
                <a:off x="1853184" y="2394400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014B99A-9F44-EFB3-98AC-9E24FF4C6DA6}"/>
                  </a:ext>
                </a:extLst>
              </p:cNvPr>
              <p:cNvSpPr txBox="1"/>
              <p:nvPr/>
            </p:nvSpPr>
            <p:spPr>
              <a:xfrm>
                <a:off x="2100834" y="2358390"/>
                <a:ext cx="12786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200" dirty="0"/>
                  <a:t>Validation</a:t>
                </a:r>
                <a:endParaRPr lang="fr-FR" sz="1200" dirty="0"/>
              </a:p>
            </p:txBody>
          </p:sp>
        </p:grp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D89CB42D-777C-0E27-5305-B4A4C779DA5E}"/>
                </a:ext>
              </a:extLst>
            </p:cNvPr>
            <p:cNvGrpSpPr/>
            <p:nvPr/>
          </p:nvGrpSpPr>
          <p:grpSpPr>
            <a:xfrm>
              <a:off x="4617460" y="1257202"/>
              <a:ext cx="1526286" cy="276999"/>
              <a:chOff x="1853184" y="2358390"/>
              <a:chExt cx="1526286" cy="276999"/>
            </a:xfrm>
          </p:grpSpPr>
          <p:sp>
            <p:nvSpPr>
              <p:cNvPr id="16" name="Organigramme : Connecteur 15">
                <a:extLst>
                  <a:ext uri="{FF2B5EF4-FFF2-40B4-BE49-F238E27FC236}">
                    <a16:creationId xmlns:a16="http://schemas.microsoft.com/office/drawing/2014/main" id="{E7F90F43-144A-3C53-5085-90EC7BA6FA5A}"/>
                  </a:ext>
                </a:extLst>
              </p:cNvPr>
              <p:cNvSpPr/>
              <p:nvPr/>
            </p:nvSpPr>
            <p:spPr>
              <a:xfrm>
                <a:off x="1853184" y="2394400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80760A5-FBE4-7D91-B57D-552567BE5E1F}"/>
                  </a:ext>
                </a:extLst>
              </p:cNvPr>
              <p:cNvSpPr txBox="1"/>
              <p:nvPr/>
            </p:nvSpPr>
            <p:spPr>
              <a:xfrm>
                <a:off x="2100834" y="2358390"/>
                <a:ext cx="12786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200" dirty="0"/>
                  <a:t>Apprentissage </a:t>
                </a:r>
                <a:endParaRPr lang="fr-FR" sz="1200" dirty="0"/>
              </a:p>
            </p:txBody>
          </p:sp>
        </p:grp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784F2616-BD9C-4C52-BF29-F4775A18B2D6}"/>
                </a:ext>
              </a:extLst>
            </p:cNvPr>
            <p:cNvSpPr txBox="1"/>
            <p:nvPr/>
          </p:nvSpPr>
          <p:spPr>
            <a:xfrm>
              <a:off x="1913711" y="1637077"/>
              <a:ext cx="35844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Mode sélectionne : Généralisation</a:t>
              </a:r>
              <a:endParaRPr lang="fr-FR" dirty="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B6351EAE-B560-D2A0-CDD7-2D2C5BD6191E}"/>
                </a:ext>
              </a:extLst>
            </p:cNvPr>
            <p:cNvSpPr txBox="1"/>
            <p:nvPr/>
          </p:nvSpPr>
          <p:spPr>
            <a:xfrm>
              <a:off x="1913711" y="2006409"/>
              <a:ext cx="35844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1200" dirty="0"/>
                <a:t>Fichier source</a:t>
              </a:r>
              <a:endParaRPr lang="fr-FR" sz="1200" dirty="0"/>
            </a:p>
          </p:txBody>
        </p:sp>
      </p:grp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FDF8C7A9-244F-86A8-1664-143C38DD84F3}"/>
              </a:ext>
            </a:extLst>
          </p:cNvPr>
          <p:cNvSpPr/>
          <p:nvPr/>
        </p:nvSpPr>
        <p:spPr>
          <a:xfrm>
            <a:off x="7270392" y="5197627"/>
            <a:ext cx="1278636" cy="276999"/>
          </a:xfrm>
          <a:prstGeom prst="roundRect">
            <a:avLst/>
          </a:prstGeom>
          <a:solidFill>
            <a:schemeClr val="accent6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600" dirty="0"/>
              <a:t>Exécuter</a:t>
            </a:r>
            <a:r>
              <a:rPr lang="fr-CA" dirty="0"/>
              <a:t> </a:t>
            </a:r>
            <a:endParaRPr lang="fr-FR" dirty="0"/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7F0E39E6-076D-48C1-09F5-83BE7A2DC8AD}"/>
              </a:ext>
            </a:extLst>
          </p:cNvPr>
          <p:cNvSpPr/>
          <p:nvPr/>
        </p:nvSpPr>
        <p:spPr>
          <a:xfrm>
            <a:off x="7254679" y="2792833"/>
            <a:ext cx="1278636" cy="27699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600" dirty="0"/>
              <a:t>Set config</a:t>
            </a:r>
            <a:endParaRPr lang="fr-FR" dirty="0"/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B564E128-F5B8-43E2-D462-D599D6B8680B}"/>
              </a:ext>
            </a:extLst>
          </p:cNvPr>
          <p:cNvSpPr/>
          <p:nvPr/>
        </p:nvSpPr>
        <p:spPr>
          <a:xfrm>
            <a:off x="7254679" y="2417271"/>
            <a:ext cx="1278636" cy="27699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600" dirty="0" err="1"/>
              <a:t>Get</a:t>
            </a:r>
            <a:r>
              <a:rPr lang="fr-CA" sz="1600" dirty="0"/>
              <a:t> config</a:t>
            </a:r>
            <a:endParaRPr lang="fr-FR" dirty="0"/>
          </a:p>
        </p:txBody>
      </p:sp>
      <p:grpSp>
        <p:nvGrpSpPr>
          <p:cNvPr id="111" name="Groupe 110">
            <a:extLst>
              <a:ext uri="{FF2B5EF4-FFF2-40B4-BE49-F238E27FC236}">
                <a16:creationId xmlns:a16="http://schemas.microsoft.com/office/drawing/2014/main" id="{B0C8F6B8-0BCA-6ECE-1CAD-E9DD49F32346}"/>
              </a:ext>
            </a:extLst>
          </p:cNvPr>
          <p:cNvGrpSpPr/>
          <p:nvPr/>
        </p:nvGrpSpPr>
        <p:grpSpPr>
          <a:xfrm>
            <a:off x="1250139" y="1792316"/>
            <a:ext cx="5918730" cy="1271976"/>
            <a:chOff x="1250537" y="2761616"/>
            <a:chExt cx="5918730" cy="1271976"/>
          </a:xfrm>
        </p:grpSpPr>
        <p:grpSp>
          <p:nvGrpSpPr>
            <p:cNvPr id="58" name="Groupe 57">
              <a:extLst>
                <a:ext uri="{FF2B5EF4-FFF2-40B4-BE49-F238E27FC236}">
                  <a16:creationId xmlns:a16="http://schemas.microsoft.com/office/drawing/2014/main" id="{30F29330-E05E-9AB1-1013-9C8FC5A4480B}"/>
                </a:ext>
              </a:extLst>
            </p:cNvPr>
            <p:cNvGrpSpPr/>
            <p:nvPr/>
          </p:nvGrpSpPr>
          <p:grpSpPr>
            <a:xfrm>
              <a:off x="2478236" y="2761616"/>
              <a:ext cx="1007935" cy="1271976"/>
              <a:chOff x="2387441" y="3119619"/>
              <a:chExt cx="1007935" cy="1271976"/>
            </a:xfrm>
          </p:grpSpPr>
          <p:sp>
            <p:nvSpPr>
              <p:cNvPr id="21" name="Rectangle : coins arrondis 20">
                <a:extLst>
                  <a:ext uri="{FF2B5EF4-FFF2-40B4-BE49-F238E27FC236}">
                    <a16:creationId xmlns:a16="http://schemas.microsoft.com/office/drawing/2014/main" id="{D560ECFA-1F2D-CDD0-78FE-0FDE7CBA86D8}"/>
                  </a:ext>
                </a:extLst>
              </p:cNvPr>
              <p:cNvSpPr/>
              <p:nvPr/>
            </p:nvSpPr>
            <p:spPr>
              <a:xfrm>
                <a:off x="2681096" y="3769190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4" name="Organigramme : Connecteur 23">
                <a:extLst>
                  <a:ext uri="{FF2B5EF4-FFF2-40B4-BE49-F238E27FC236}">
                    <a16:creationId xmlns:a16="http://schemas.microsoft.com/office/drawing/2014/main" id="{5397E964-143C-658A-E045-768713DC2446}"/>
                  </a:ext>
                </a:extLst>
              </p:cNvPr>
              <p:cNvSpPr/>
              <p:nvPr/>
            </p:nvSpPr>
            <p:spPr>
              <a:xfrm>
                <a:off x="2793872" y="3465026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ZoneTexte 26">
                    <a:extLst>
                      <a:ext uri="{FF2B5EF4-FFF2-40B4-BE49-F238E27FC236}">
                        <a16:creationId xmlns:a16="http://schemas.microsoft.com/office/drawing/2014/main" id="{52C92F83-4660-91B3-67E2-B246F075A73E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CA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</m:oMath>
                    </a14:m>
                    <a:r>
                      <a:rPr lang="fr-CA" sz="1000" dirty="0"/>
                      <a:t>X</a:t>
                    </a:r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128</m:t>
                        </m:r>
                      </m:oMath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27" name="ZoneTexte 26">
                    <a:extLst>
                      <a:ext uri="{FF2B5EF4-FFF2-40B4-BE49-F238E27FC236}">
                        <a16:creationId xmlns:a16="http://schemas.microsoft.com/office/drawing/2014/main" id="{52C92F83-4660-91B3-67E2-B246F075A7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12195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2" name="ZoneTexte 51">
                    <a:extLst>
                      <a:ext uri="{FF2B5EF4-FFF2-40B4-BE49-F238E27FC236}">
                        <a16:creationId xmlns:a16="http://schemas.microsoft.com/office/drawing/2014/main" id="{1038C2D7-F3E3-5E09-4A61-CDAB2EC05BE0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ous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couche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1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52" name="ZoneTexte 51">
                    <a:extLst>
                      <a:ext uri="{FF2B5EF4-FFF2-40B4-BE49-F238E27FC236}">
                        <a16:creationId xmlns:a16="http://schemas.microsoft.com/office/drawing/2014/main" id="{1038C2D7-F3E3-5E09-4A61-CDAB2EC05B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9" name="Groupe 58">
              <a:extLst>
                <a:ext uri="{FF2B5EF4-FFF2-40B4-BE49-F238E27FC236}">
                  <a16:creationId xmlns:a16="http://schemas.microsoft.com/office/drawing/2014/main" id="{1934AEF6-4BCE-CB69-755F-6F683A58C373}"/>
                </a:ext>
              </a:extLst>
            </p:cNvPr>
            <p:cNvGrpSpPr/>
            <p:nvPr/>
          </p:nvGrpSpPr>
          <p:grpSpPr>
            <a:xfrm>
              <a:off x="1250537" y="2761616"/>
              <a:ext cx="1007935" cy="1271976"/>
              <a:chOff x="2387441" y="3119619"/>
              <a:chExt cx="1007935" cy="1271976"/>
            </a:xfrm>
          </p:grpSpPr>
          <p:sp>
            <p:nvSpPr>
              <p:cNvPr id="60" name="Rectangle : coins arrondis 59">
                <a:extLst>
                  <a:ext uri="{FF2B5EF4-FFF2-40B4-BE49-F238E27FC236}">
                    <a16:creationId xmlns:a16="http://schemas.microsoft.com/office/drawing/2014/main" id="{B25F88C2-8A82-C2FB-F38D-10804B9398EF}"/>
                  </a:ext>
                </a:extLst>
              </p:cNvPr>
              <p:cNvSpPr/>
              <p:nvPr/>
            </p:nvSpPr>
            <p:spPr>
              <a:xfrm>
                <a:off x="2681096" y="3769190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1" name="Organigramme : Connecteur 60">
                <a:extLst>
                  <a:ext uri="{FF2B5EF4-FFF2-40B4-BE49-F238E27FC236}">
                    <a16:creationId xmlns:a16="http://schemas.microsoft.com/office/drawing/2014/main" id="{7F8D404F-58AE-65E4-AEEC-F6AA9265F9D7}"/>
                  </a:ext>
                </a:extLst>
              </p:cNvPr>
              <p:cNvSpPr/>
              <p:nvPr/>
            </p:nvSpPr>
            <p:spPr>
              <a:xfrm>
                <a:off x="2793872" y="3465026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ZoneTexte 61">
                    <a:extLst>
                      <a:ext uri="{FF2B5EF4-FFF2-40B4-BE49-F238E27FC236}">
                        <a16:creationId xmlns:a16="http://schemas.microsoft.com/office/drawing/2014/main" id="{4B089619-0751-0F59-3108-13616994EBB0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CA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</m:oMath>
                    </a14:m>
                    <a:r>
                      <a:rPr lang="fr-CA" sz="1000" dirty="0"/>
                      <a:t>X</a:t>
                    </a:r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128</m:t>
                        </m:r>
                      </m:oMath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62" name="ZoneTexte 61">
                    <a:extLst>
                      <a:ext uri="{FF2B5EF4-FFF2-40B4-BE49-F238E27FC236}">
                        <a16:creationId xmlns:a16="http://schemas.microsoft.com/office/drawing/2014/main" id="{4B089619-0751-0F59-3108-13616994EB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2195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3" name="ZoneTexte 62">
                    <a:extLst>
                      <a:ext uri="{FF2B5EF4-FFF2-40B4-BE49-F238E27FC236}">
                        <a16:creationId xmlns:a16="http://schemas.microsoft.com/office/drawing/2014/main" id="{5CFE9BD7-68A4-810E-0DD2-95EF3EDC97E9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ntr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es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63" name="ZoneTexte 62">
                    <a:extLst>
                      <a:ext uri="{FF2B5EF4-FFF2-40B4-BE49-F238E27FC236}">
                        <a16:creationId xmlns:a16="http://schemas.microsoft.com/office/drawing/2014/main" id="{5CFE9BD7-68A4-810E-0DD2-95EF3EDC97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1" name="Groupe 90">
              <a:extLst>
                <a:ext uri="{FF2B5EF4-FFF2-40B4-BE49-F238E27FC236}">
                  <a16:creationId xmlns:a16="http://schemas.microsoft.com/office/drawing/2014/main" id="{49C7F2D9-4642-1E4D-F215-8D87FCD992F3}"/>
                </a:ext>
              </a:extLst>
            </p:cNvPr>
            <p:cNvGrpSpPr/>
            <p:nvPr/>
          </p:nvGrpSpPr>
          <p:grpSpPr>
            <a:xfrm>
              <a:off x="6161332" y="2761616"/>
              <a:ext cx="1007935" cy="926570"/>
              <a:chOff x="7450636" y="3285602"/>
              <a:chExt cx="1007935" cy="926570"/>
            </a:xfrm>
          </p:grpSpPr>
          <p:sp>
            <p:nvSpPr>
              <p:cNvPr id="75" name="Rectangle : coins arrondis 74">
                <a:extLst>
                  <a:ext uri="{FF2B5EF4-FFF2-40B4-BE49-F238E27FC236}">
                    <a16:creationId xmlns:a16="http://schemas.microsoft.com/office/drawing/2014/main" id="{4A942CDA-495F-9662-9BD9-4ADE9738B8C5}"/>
                  </a:ext>
                </a:extLst>
              </p:cNvPr>
              <p:cNvSpPr/>
              <p:nvPr/>
            </p:nvSpPr>
            <p:spPr>
              <a:xfrm>
                <a:off x="7744291" y="3935173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8" name="ZoneTexte 77">
                    <a:extLst>
                      <a:ext uri="{FF2B5EF4-FFF2-40B4-BE49-F238E27FC236}">
                        <a16:creationId xmlns:a16="http://schemas.microsoft.com/office/drawing/2014/main" id="{B29087E3-6FE5-0E12-6EA7-BA332F7CCCB0}"/>
                      </a:ext>
                    </a:extLst>
                  </p:cNvPr>
                  <p:cNvSpPr txBox="1"/>
                  <p:nvPr/>
                </p:nvSpPr>
                <p:spPr>
                  <a:xfrm>
                    <a:off x="7450636" y="3285602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utres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couches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78" name="ZoneTexte 77">
                    <a:extLst>
                      <a:ext uri="{FF2B5EF4-FFF2-40B4-BE49-F238E27FC236}">
                        <a16:creationId xmlns:a16="http://schemas.microsoft.com/office/drawing/2014/main" id="{B29087E3-6FE5-0E12-6EA7-BA332F7CCC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50636" y="3285602"/>
                    <a:ext cx="1007935" cy="24622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9" name="Groupe 78">
              <a:extLst>
                <a:ext uri="{FF2B5EF4-FFF2-40B4-BE49-F238E27FC236}">
                  <a16:creationId xmlns:a16="http://schemas.microsoft.com/office/drawing/2014/main" id="{B17AB554-CD31-7316-58AC-30D09F680B40}"/>
                </a:ext>
              </a:extLst>
            </p:cNvPr>
            <p:cNvGrpSpPr/>
            <p:nvPr/>
          </p:nvGrpSpPr>
          <p:grpSpPr>
            <a:xfrm>
              <a:off x="3705935" y="2761616"/>
              <a:ext cx="1007935" cy="1271976"/>
              <a:chOff x="2387441" y="3119619"/>
              <a:chExt cx="1007935" cy="1271976"/>
            </a:xfrm>
          </p:grpSpPr>
          <p:sp>
            <p:nvSpPr>
              <p:cNvPr id="80" name="Rectangle : coins arrondis 79">
                <a:extLst>
                  <a:ext uri="{FF2B5EF4-FFF2-40B4-BE49-F238E27FC236}">
                    <a16:creationId xmlns:a16="http://schemas.microsoft.com/office/drawing/2014/main" id="{F8C7B97A-05BA-AE46-BF56-FBAA9D80B4E8}"/>
                  </a:ext>
                </a:extLst>
              </p:cNvPr>
              <p:cNvSpPr/>
              <p:nvPr/>
            </p:nvSpPr>
            <p:spPr>
              <a:xfrm>
                <a:off x="2681096" y="3769190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1" name="Organigramme : Connecteur 80">
                <a:extLst>
                  <a:ext uri="{FF2B5EF4-FFF2-40B4-BE49-F238E27FC236}">
                    <a16:creationId xmlns:a16="http://schemas.microsoft.com/office/drawing/2014/main" id="{DD67EEB6-81AB-F6E5-5360-C51005F2E9A8}"/>
                  </a:ext>
                </a:extLst>
              </p:cNvPr>
              <p:cNvSpPr/>
              <p:nvPr/>
            </p:nvSpPr>
            <p:spPr>
              <a:xfrm>
                <a:off x="2793872" y="3465026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2" name="ZoneTexte 81">
                    <a:extLst>
                      <a:ext uri="{FF2B5EF4-FFF2-40B4-BE49-F238E27FC236}">
                        <a16:creationId xmlns:a16="http://schemas.microsoft.com/office/drawing/2014/main" id="{4D799DEE-E7B6-97E5-625A-58868BDBFDAF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CA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</m:oMath>
                    </a14:m>
                    <a:r>
                      <a:rPr lang="fr-CA" sz="1000" dirty="0"/>
                      <a:t>X</a:t>
                    </a:r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128</m:t>
                        </m:r>
                      </m:oMath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82" name="ZoneTexte 81">
                    <a:extLst>
                      <a:ext uri="{FF2B5EF4-FFF2-40B4-BE49-F238E27FC236}">
                        <a16:creationId xmlns:a16="http://schemas.microsoft.com/office/drawing/2014/main" id="{4D799DEE-E7B6-97E5-625A-58868BDBFD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2195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3" name="ZoneTexte 82">
                    <a:extLst>
                      <a:ext uri="{FF2B5EF4-FFF2-40B4-BE49-F238E27FC236}">
                        <a16:creationId xmlns:a16="http://schemas.microsoft.com/office/drawing/2014/main" id="{3D0CA931-41C5-FE29-0DE2-C462AB83AC87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Sous</m:t>
                          </m:r>
                          <m:r>
                            <a:rPr lang="fr-CA" sz="1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couche</m:t>
                          </m:r>
                          <m:r>
                            <a:rPr lang="fr-CA" sz="1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2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83" name="ZoneTexte 82">
                    <a:extLst>
                      <a:ext uri="{FF2B5EF4-FFF2-40B4-BE49-F238E27FC236}">
                        <a16:creationId xmlns:a16="http://schemas.microsoft.com/office/drawing/2014/main" id="{3D0CA931-41C5-FE29-0DE2-C462AB83AC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4" name="Groupe 83">
              <a:extLst>
                <a:ext uri="{FF2B5EF4-FFF2-40B4-BE49-F238E27FC236}">
                  <a16:creationId xmlns:a16="http://schemas.microsoft.com/office/drawing/2014/main" id="{FD63B7BC-E1EB-FA16-0173-382E6524D3D8}"/>
                </a:ext>
              </a:extLst>
            </p:cNvPr>
            <p:cNvGrpSpPr/>
            <p:nvPr/>
          </p:nvGrpSpPr>
          <p:grpSpPr>
            <a:xfrm>
              <a:off x="4933634" y="2761616"/>
              <a:ext cx="1007935" cy="1271976"/>
              <a:chOff x="2387441" y="3119619"/>
              <a:chExt cx="1007935" cy="1271976"/>
            </a:xfrm>
          </p:grpSpPr>
          <p:sp>
            <p:nvSpPr>
              <p:cNvPr id="85" name="Rectangle : coins arrondis 84">
                <a:extLst>
                  <a:ext uri="{FF2B5EF4-FFF2-40B4-BE49-F238E27FC236}">
                    <a16:creationId xmlns:a16="http://schemas.microsoft.com/office/drawing/2014/main" id="{BD27983A-D0FA-EBCE-F91C-60F587FB3461}"/>
                  </a:ext>
                </a:extLst>
              </p:cNvPr>
              <p:cNvSpPr/>
              <p:nvPr/>
            </p:nvSpPr>
            <p:spPr>
              <a:xfrm>
                <a:off x="2681096" y="3769190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6" name="Organigramme : Connecteur 85">
                <a:extLst>
                  <a:ext uri="{FF2B5EF4-FFF2-40B4-BE49-F238E27FC236}">
                    <a16:creationId xmlns:a16="http://schemas.microsoft.com/office/drawing/2014/main" id="{6265E126-A90A-A1F7-FB88-E15DEE620E45}"/>
                  </a:ext>
                </a:extLst>
              </p:cNvPr>
              <p:cNvSpPr/>
              <p:nvPr/>
            </p:nvSpPr>
            <p:spPr>
              <a:xfrm>
                <a:off x="2793872" y="3465026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7" name="ZoneTexte 86">
                    <a:extLst>
                      <a:ext uri="{FF2B5EF4-FFF2-40B4-BE49-F238E27FC236}">
                        <a16:creationId xmlns:a16="http://schemas.microsoft.com/office/drawing/2014/main" id="{3CB73042-4DF6-BC9A-9D2D-0289B003F604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CA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</m:oMath>
                    </a14:m>
                    <a:r>
                      <a:rPr lang="fr-CA" sz="1000" dirty="0"/>
                      <a:t>X</a:t>
                    </a:r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128</m:t>
                        </m:r>
                      </m:oMath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87" name="ZoneTexte 86">
                    <a:extLst>
                      <a:ext uri="{FF2B5EF4-FFF2-40B4-BE49-F238E27FC236}">
                        <a16:creationId xmlns:a16="http://schemas.microsoft.com/office/drawing/2014/main" id="{3CB73042-4DF6-BC9A-9D2D-0289B003F6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2195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8" name="ZoneTexte 87">
                    <a:extLst>
                      <a:ext uri="{FF2B5EF4-FFF2-40B4-BE49-F238E27FC236}">
                        <a16:creationId xmlns:a16="http://schemas.microsoft.com/office/drawing/2014/main" id="{DAD5A7C9-09E6-30D5-A4FA-DD5E0AB5BEF6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ouche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de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sortie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88" name="ZoneTexte 87">
                    <a:extLst>
                      <a:ext uri="{FF2B5EF4-FFF2-40B4-BE49-F238E27FC236}">
                        <a16:creationId xmlns:a16="http://schemas.microsoft.com/office/drawing/2014/main" id="{DAD5A7C9-09E6-30D5-A4FA-DD5E0AB5BE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12" name="ZoneTexte 111">
            <a:extLst>
              <a:ext uri="{FF2B5EF4-FFF2-40B4-BE49-F238E27FC236}">
                <a16:creationId xmlns:a16="http://schemas.microsoft.com/office/drawing/2014/main" id="{7F342702-0CB6-9C9A-D992-CC8CD8AE0795}"/>
              </a:ext>
            </a:extLst>
          </p:cNvPr>
          <p:cNvSpPr txBox="1"/>
          <p:nvPr/>
        </p:nvSpPr>
        <p:spPr>
          <a:xfrm>
            <a:off x="8821674" y="219457"/>
            <a:ext cx="33032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Fct complémentaire</a:t>
            </a:r>
            <a:endParaRPr lang="fr-CA" dirty="0"/>
          </a:p>
          <a:p>
            <a:r>
              <a:rPr lang="fr-CA" dirty="0"/>
              <a:t>    - Autre Fa</a:t>
            </a:r>
          </a:p>
          <a:p>
            <a:r>
              <a:rPr lang="fr-CA" dirty="0"/>
              <a:t>    - Multicouche</a:t>
            </a:r>
          </a:p>
          <a:p>
            <a:r>
              <a:rPr lang="fr-CA" dirty="0"/>
              <a:t>    - Affiche </a:t>
            </a:r>
            <a:r>
              <a:rPr lang="fr-CA" dirty="0" err="1"/>
              <a:t>readme</a:t>
            </a:r>
            <a:r>
              <a:rPr lang="fr-CA" dirty="0"/>
              <a:t> a partir du </a:t>
            </a:r>
            <a:r>
              <a:rPr lang="fr-CA" dirty="0" err="1"/>
              <a:t>hmi</a:t>
            </a:r>
            <a:endParaRPr lang="fr-CA" dirty="0"/>
          </a:p>
          <a:p>
            <a:r>
              <a:rPr lang="fr-CA"/>
              <a:t>	</a:t>
            </a:r>
            <a:endParaRPr lang="fr-CA" dirty="0"/>
          </a:p>
          <a:p>
            <a:endParaRPr lang="fr-FR" dirty="0"/>
          </a:p>
        </p:txBody>
      </p:sp>
      <p:grpSp>
        <p:nvGrpSpPr>
          <p:cNvPr id="144" name="Groupe 143">
            <a:extLst>
              <a:ext uri="{FF2B5EF4-FFF2-40B4-BE49-F238E27FC236}">
                <a16:creationId xmlns:a16="http://schemas.microsoft.com/office/drawing/2014/main" id="{68C72DBE-2E7C-91D7-BB5B-960457F723DA}"/>
              </a:ext>
            </a:extLst>
          </p:cNvPr>
          <p:cNvGrpSpPr/>
          <p:nvPr/>
        </p:nvGrpSpPr>
        <p:grpSpPr>
          <a:xfrm>
            <a:off x="1434608" y="4892041"/>
            <a:ext cx="1753744" cy="592616"/>
            <a:chOff x="1379744" y="4152103"/>
            <a:chExt cx="1753744" cy="592616"/>
          </a:xfrm>
        </p:grpSpPr>
        <p:grpSp>
          <p:nvGrpSpPr>
            <p:cNvPr id="142" name="Groupe 141">
              <a:extLst>
                <a:ext uri="{FF2B5EF4-FFF2-40B4-BE49-F238E27FC236}">
                  <a16:creationId xmlns:a16="http://schemas.microsoft.com/office/drawing/2014/main" id="{EEFB9B9F-DD18-702E-52B6-443C7D43BCF8}"/>
                </a:ext>
              </a:extLst>
            </p:cNvPr>
            <p:cNvGrpSpPr/>
            <p:nvPr/>
          </p:nvGrpSpPr>
          <p:grpSpPr>
            <a:xfrm>
              <a:off x="1379744" y="4467720"/>
              <a:ext cx="1753744" cy="276999"/>
              <a:chOff x="1379744" y="4467720"/>
              <a:chExt cx="1753744" cy="276999"/>
            </a:xfrm>
          </p:grpSpPr>
          <p:sp>
            <p:nvSpPr>
              <p:cNvPr id="140" name="Rectangle : coins arrondis 139">
                <a:extLst>
                  <a:ext uri="{FF2B5EF4-FFF2-40B4-BE49-F238E27FC236}">
                    <a16:creationId xmlns:a16="http://schemas.microsoft.com/office/drawing/2014/main" id="{F9FA592D-DE48-18DF-4A06-D44C6417713F}"/>
                  </a:ext>
                </a:extLst>
              </p:cNvPr>
              <p:cNvSpPr/>
              <p:nvPr/>
            </p:nvSpPr>
            <p:spPr>
              <a:xfrm>
                <a:off x="1379744" y="4467720"/>
                <a:ext cx="175374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1" name="Triangle isocèle 140">
                <a:extLst>
                  <a:ext uri="{FF2B5EF4-FFF2-40B4-BE49-F238E27FC236}">
                    <a16:creationId xmlns:a16="http://schemas.microsoft.com/office/drawing/2014/main" id="{C86D8052-7E99-BCCC-697D-1E7E30A45739}"/>
                  </a:ext>
                </a:extLst>
              </p:cNvPr>
              <p:cNvSpPr/>
              <p:nvPr/>
            </p:nvSpPr>
            <p:spPr>
              <a:xfrm rot="10800000">
                <a:off x="2928598" y="4522918"/>
                <a:ext cx="127367" cy="146542"/>
              </a:xfrm>
              <a:prstGeom prst="triangl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ZoneTexte 142">
                  <a:extLst>
                    <a:ext uri="{FF2B5EF4-FFF2-40B4-BE49-F238E27FC236}">
                      <a16:creationId xmlns:a16="http://schemas.microsoft.com/office/drawing/2014/main" id="{16536140-CE90-34A5-F9E2-376B3E708337}"/>
                    </a:ext>
                  </a:extLst>
                </p:cNvPr>
                <p:cNvSpPr txBox="1"/>
                <p:nvPr/>
              </p:nvSpPr>
              <p:spPr>
                <a:xfrm>
                  <a:off x="1752649" y="4152103"/>
                  <a:ext cx="100793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CA" sz="10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  <m:r>
                          <m:rPr>
                            <m:sty m:val="p"/>
                          </m:rPr>
                          <a:rPr lang="fr-CA" sz="1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onction</m:t>
                        </m:r>
                        <m:r>
                          <a:rPr lang="fr-CA" sz="1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CA" sz="1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act</m:t>
                        </m:r>
                        <m:r>
                          <a:rPr lang="fr-CA" sz="1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143" name="ZoneTexte 142">
                  <a:extLst>
                    <a:ext uri="{FF2B5EF4-FFF2-40B4-BE49-F238E27FC236}">
                      <a16:creationId xmlns:a16="http://schemas.microsoft.com/office/drawing/2014/main" id="{16536140-CE90-34A5-F9E2-376B3E7083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649" y="4152103"/>
                  <a:ext cx="1007935" cy="24622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5" name="Groupe 144">
            <a:extLst>
              <a:ext uri="{FF2B5EF4-FFF2-40B4-BE49-F238E27FC236}">
                <a16:creationId xmlns:a16="http://schemas.microsoft.com/office/drawing/2014/main" id="{A18DFED0-3271-1805-F27F-2756C2C9AD37}"/>
              </a:ext>
            </a:extLst>
          </p:cNvPr>
          <p:cNvGrpSpPr/>
          <p:nvPr/>
        </p:nvGrpSpPr>
        <p:grpSpPr>
          <a:xfrm>
            <a:off x="3382918" y="4892041"/>
            <a:ext cx="1753744" cy="592616"/>
            <a:chOff x="1379744" y="4152103"/>
            <a:chExt cx="1753744" cy="592616"/>
          </a:xfrm>
        </p:grpSpPr>
        <p:sp>
          <p:nvSpPr>
            <p:cNvPr id="148" name="Rectangle : coins arrondis 147">
              <a:extLst>
                <a:ext uri="{FF2B5EF4-FFF2-40B4-BE49-F238E27FC236}">
                  <a16:creationId xmlns:a16="http://schemas.microsoft.com/office/drawing/2014/main" id="{F4D8FBEA-FCC2-7479-2A57-E209A884C009}"/>
                </a:ext>
              </a:extLst>
            </p:cNvPr>
            <p:cNvSpPr/>
            <p:nvPr/>
          </p:nvSpPr>
          <p:spPr>
            <a:xfrm>
              <a:off x="1379744" y="4467720"/>
              <a:ext cx="1753744" cy="2769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7" name="ZoneTexte 146">
                  <a:extLst>
                    <a:ext uri="{FF2B5EF4-FFF2-40B4-BE49-F238E27FC236}">
                      <a16:creationId xmlns:a16="http://schemas.microsoft.com/office/drawing/2014/main" id="{CFC4E5B5-982F-6105-0A68-74B7059E0771}"/>
                    </a:ext>
                  </a:extLst>
                </p:cNvPr>
                <p:cNvSpPr txBox="1"/>
                <p:nvPr/>
              </p:nvSpPr>
              <p:spPr>
                <a:xfrm>
                  <a:off x="1752649" y="4152103"/>
                  <a:ext cx="100793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CA" sz="1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fr-CA" sz="1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core</m:t>
                        </m:r>
                        <m:r>
                          <a:rPr lang="fr-CA" sz="1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CA" sz="1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attendu</m:t>
                        </m:r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147" name="ZoneTexte 146">
                  <a:extLst>
                    <a:ext uri="{FF2B5EF4-FFF2-40B4-BE49-F238E27FC236}">
                      <a16:creationId xmlns:a16="http://schemas.microsoft.com/office/drawing/2014/main" id="{CFC4E5B5-982F-6105-0A68-74B7059E07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649" y="4152103"/>
                  <a:ext cx="1007935" cy="24622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0" name="Groupe 149">
            <a:extLst>
              <a:ext uri="{FF2B5EF4-FFF2-40B4-BE49-F238E27FC236}">
                <a16:creationId xmlns:a16="http://schemas.microsoft.com/office/drawing/2014/main" id="{23EEF752-436F-A9E4-3CAC-643966C02F4E}"/>
              </a:ext>
            </a:extLst>
          </p:cNvPr>
          <p:cNvGrpSpPr/>
          <p:nvPr/>
        </p:nvGrpSpPr>
        <p:grpSpPr>
          <a:xfrm>
            <a:off x="5312939" y="4892041"/>
            <a:ext cx="1753744" cy="592616"/>
            <a:chOff x="1379744" y="4152103"/>
            <a:chExt cx="1753744" cy="592616"/>
          </a:xfrm>
        </p:grpSpPr>
        <p:sp>
          <p:nvSpPr>
            <p:cNvPr id="151" name="Rectangle : coins arrondis 150">
              <a:extLst>
                <a:ext uri="{FF2B5EF4-FFF2-40B4-BE49-F238E27FC236}">
                  <a16:creationId xmlns:a16="http://schemas.microsoft.com/office/drawing/2014/main" id="{8A6425F8-2E6D-DA31-B012-87B84C067AB3}"/>
                </a:ext>
              </a:extLst>
            </p:cNvPr>
            <p:cNvSpPr/>
            <p:nvPr/>
          </p:nvSpPr>
          <p:spPr>
            <a:xfrm>
              <a:off x="1379744" y="4467720"/>
              <a:ext cx="1753744" cy="2769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2" name="ZoneTexte 151">
                  <a:extLst>
                    <a:ext uri="{FF2B5EF4-FFF2-40B4-BE49-F238E27FC236}">
                      <a16:creationId xmlns:a16="http://schemas.microsoft.com/office/drawing/2014/main" id="{BEB5A879-BB0D-94A7-2296-DB4C613672B9}"/>
                    </a:ext>
                  </a:extLst>
                </p:cNvPr>
                <p:cNvSpPr txBox="1"/>
                <p:nvPr/>
              </p:nvSpPr>
              <p:spPr>
                <a:xfrm>
                  <a:off x="1752649" y="4152103"/>
                  <a:ext cx="1007935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CA" sz="1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fr-CA" sz="1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core</m:t>
                        </m:r>
                        <m:r>
                          <a:rPr lang="fr-CA" sz="1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CA" sz="1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obtenu</m:t>
                        </m:r>
                      </m:oMath>
                    </m:oMathPara>
                  </a14:m>
                  <a:endParaRPr lang="fr-FR" sz="1000" dirty="0"/>
                </a:p>
              </p:txBody>
            </p:sp>
          </mc:Choice>
          <mc:Fallback>
            <p:sp>
              <p:nvSpPr>
                <p:cNvPr id="152" name="ZoneTexte 151">
                  <a:extLst>
                    <a:ext uri="{FF2B5EF4-FFF2-40B4-BE49-F238E27FC236}">
                      <a16:creationId xmlns:a16="http://schemas.microsoft.com/office/drawing/2014/main" id="{BEB5A879-BB0D-94A7-2296-DB4C613672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649" y="4152103"/>
                  <a:ext cx="1007935" cy="24622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75C7C985-86FA-B537-6AAF-2A6151561D33}"/>
              </a:ext>
            </a:extLst>
          </p:cNvPr>
          <p:cNvGrpSpPr/>
          <p:nvPr/>
        </p:nvGrpSpPr>
        <p:grpSpPr>
          <a:xfrm>
            <a:off x="1245938" y="3384410"/>
            <a:ext cx="6825340" cy="1271976"/>
            <a:chOff x="1250537" y="2761616"/>
            <a:chExt cx="6825340" cy="1271976"/>
          </a:xfrm>
        </p:grpSpPr>
        <p:grpSp>
          <p:nvGrpSpPr>
            <p:cNvPr id="155" name="Groupe 154">
              <a:extLst>
                <a:ext uri="{FF2B5EF4-FFF2-40B4-BE49-F238E27FC236}">
                  <a16:creationId xmlns:a16="http://schemas.microsoft.com/office/drawing/2014/main" id="{0F350E86-9BD8-2465-0A1A-FF8B7B34233F}"/>
                </a:ext>
              </a:extLst>
            </p:cNvPr>
            <p:cNvGrpSpPr/>
            <p:nvPr/>
          </p:nvGrpSpPr>
          <p:grpSpPr>
            <a:xfrm>
              <a:off x="2478236" y="2761616"/>
              <a:ext cx="1007935" cy="1271976"/>
              <a:chOff x="2387441" y="3119619"/>
              <a:chExt cx="1007935" cy="1271976"/>
            </a:xfrm>
          </p:grpSpPr>
          <p:sp>
            <p:nvSpPr>
              <p:cNvPr id="177" name="Rectangle : coins arrondis 176">
                <a:extLst>
                  <a:ext uri="{FF2B5EF4-FFF2-40B4-BE49-F238E27FC236}">
                    <a16:creationId xmlns:a16="http://schemas.microsoft.com/office/drawing/2014/main" id="{D8A9F9C8-D14C-127A-7CA6-DBD31DF4F693}"/>
                  </a:ext>
                </a:extLst>
              </p:cNvPr>
              <p:cNvSpPr/>
              <p:nvPr/>
            </p:nvSpPr>
            <p:spPr>
              <a:xfrm>
                <a:off x="2681096" y="3769190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8" name="Organigramme : Connecteur 177">
                <a:extLst>
                  <a:ext uri="{FF2B5EF4-FFF2-40B4-BE49-F238E27FC236}">
                    <a16:creationId xmlns:a16="http://schemas.microsoft.com/office/drawing/2014/main" id="{8988783B-4B31-5014-70E0-C3BE6B7D4892}"/>
                  </a:ext>
                </a:extLst>
              </p:cNvPr>
              <p:cNvSpPr/>
              <p:nvPr/>
            </p:nvSpPr>
            <p:spPr>
              <a:xfrm>
                <a:off x="2793872" y="3465026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9" name="ZoneTexte 178">
                    <a:extLst>
                      <a:ext uri="{FF2B5EF4-FFF2-40B4-BE49-F238E27FC236}">
                        <a16:creationId xmlns:a16="http://schemas.microsoft.com/office/drawing/2014/main" id="{79C17F43-E935-DDD8-5EF0-3D5AB71E5E8F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fr-CA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</m:oMath>
                    </a14:m>
                    <a:r>
                      <a:rPr lang="fr-CA" sz="1000" dirty="0"/>
                      <a:t>X</a:t>
                    </a:r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oMath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79" name="ZoneTexte 178">
                    <a:extLst>
                      <a:ext uri="{FF2B5EF4-FFF2-40B4-BE49-F238E27FC236}">
                        <a16:creationId xmlns:a16="http://schemas.microsoft.com/office/drawing/2014/main" id="{79C17F43-E935-DDD8-5EF0-3D5AB71E5E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12195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0" name="ZoneTexte 179">
                    <a:extLst>
                      <a:ext uri="{FF2B5EF4-FFF2-40B4-BE49-F238E27FC236}">
                        <a16:creationId xmlns:a16="http://schemas.microsoft.com/office/drawing/2014/main" id="{C8782831-4BE7-5A3A-7075-E3938C72AD25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</a:rPr>
                            <m:t>Marge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</a:rPr>
                            <m:t>biais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80" name="ZoneTexte 179">
                    <a:extLst>
                      <a:ext uri="{FF2B5EF4-FFF2-40B4-BE49-F238E27FC236}">
                        <a16:creationId xmlns:a16="http://schemas.microsoft.com/office/drawing/2014/main" id="{C8782831-4BE7-5A3A-7075-E3938C72AD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6" name="Groupe 155">
              <a:extLst>
                <a:ext uri="{FF2B5EF4-FFF2-40B4-BE49-F238E27FC236}">
                  <a16:creationId xmlns:a16="http://schemas.microsoft.com/office/drawing/2014/main" id="{BABAB66A-EB5F-09BD-65CA-AC131BD356AA}"/>
                </a:ext>
              </a:extLst>
            </p:cNvPr>
            <p:cNvGrpSpPr/>
            <p:nvPr/>
          </p:nvGrpSpPr>
          <p:grpSpPr>
            <a:xfrm>
              <a:off x="1250537" y="2761616"/>
              <a:ext cx="1007935" cy="1271976"/>
              <a:chOff x="2387441" y="3119619"/>
              <a:chExt cx="1007935" cy="1271976"/>
            </a:xfrm>
          </p:grpSpPr>
          <p:sp>
            <p:nvSpPr>
              <p:cNvPr id="173" name="Rectangle : coins arrondis 172">
                <a:extLst>
                  <a:ext uri="{FF2B5EF4-FFF2-40B4-BE49-F238E27FC236}">
                    <a16:creationId xmlns:a16="http://schemas.microsoft.com/office/drawing/2014/main" id="{6BD4B1D0-FF21-B732-EC30-99BB92219C40}"/>
                  </a:ext>
                </a:extLst>
              </p:cNvPr>
              <p:cNvSpPr/>
              <p:nvPr/>
            </p:nvSpPr>
            <p:spPr>
              <a:xfrm>
                <a:off x="2681096" y="3769190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4" name="Organigramme : Connecteur 173">
                <a:extLst>
                  <a:ext uri="{FF2B5EF4-FFF2-40B4-BE49-F238E27FC236}">
                    <a16:creationId xmlns:a16="http://schemas.microsoft.com/office/drawing/2014/main" id="{653618F5-1C43-B9B5-754A-40B9DC347B96}"/>
                  </a:ext>
                </a:extLst>
              </p:cNvPr>
              <p:cNvSpPr/>
              <p:nvPr/>
            </p:nvSpPr>
            <p:spPr>
              <a:xfrm>
                <a:off x="2793872" y="3465026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5" name="ZoneTexte 174">
                    <a:extLst>
                      <a:ext uri="{FF2B5EF4-FFF2-40B4-BE49-F238E27FC236}">
                        <a16:creationId xmlns:a16="http://schemas.microsoft.com/office/drawing/2014/main" id="{7580785B-8554-1DF2-5554-225F6D623C30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fr-CA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</m:oMath>
                    </a14:m>
                    <a:r>
                      <a:rPr lang="fr-CA" sz="1000" dirty="0"/>
                      <a:t>X</a:t>
                    </a:r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oMath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75" name="ZoneTexte 174">
                    <a:extLst>
                      <a:ext uri="{FF2B5EF4-FFF2-40B4-BE49-F238E27FC236}">
                        <a16:creationId xmlns:a16="http://schemas.microsoft.com/office/drawing/2014/main" id="{7580785B-8554-1DF2-5554-225F6D623C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2195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6" name="ZoneTexte 175">
                    <a:extLst>
                      <a:ext uri="{FF2B5EF4-FFF2-40B4-BE49-F238E27FC236}">
                        <a16:creationId xmlns:a16="http://schemas.microsoft.com/office/drawing/2014/main" id="{89CEA361-619B-5CE6-A0BA-8A6AB71EF5AF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fr-CA" sz="1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fr-CA" sz="1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A" sz="1000" b="0" i="1" smtClean="0"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fr-CA" sz="1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</a:rPr>
                            <m:t>couches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76" name="ZoneTexte 175">
                    <a:extLst>
                      <a:ext uri="{FF2B5EF4-FFF2-40B4-BE49-F238E27FC236}">
                        <a16:creationId xmlns:a16="http://schemas.microsoft.com/office/drawing/2014/main" id="{89CEA361-619B-5CE6-A0BA-8A6AB71EF5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7" name="Groupe 156">
              <a:extLst>
                <a:ext uri="{FF2B5EF4-FFF2-40B4-BE49-F238E27FC236}">
                  <a16:creationId xmlns:a16="http://schemas.microsoft.com/office/drawing/2014/main" id="{EBC8389A-B9DF-24D4-CCAB-DB1281D94632}"/>
                </a:ext>
              </a:extLst>
            </p:cNvPr>
            <p:cNvGrpSpPr/>
            <p:nvPr/>
          </p:nvGrpSpPr>
          <p:grpSpPr>
            <a:xfrm>
              <a:off x="6161332" y="2761616"/>
              <a:ext cx="1007935" cy="926570"/>
              <a:chOff x="7450636" y="3285602"/>
              <a:chExt cx="1007935" cy="926570"/>
            </a:xfrm>
          </p:grpSpPr>
          <p:sp>
            <p:nvSpPr>
              <p:cNvPr id="171" name="Rectangle : coins arrondis 170">
                <a:extLst>
                  <a:ext uri="{FF2B5EF4-FFF2-40B4-BE49-F238E27FC236}">
                    <a16:creationId xmlns:a16="http://schemas.microsoft.com/office/drawing/2014/main" id="{01CCAF03-4C89-EA04-881B-43BC0D22C11B}"/>
                  </a:ext>
                </a:extLst>
              </p:cNvPr>
              <p:cNvSpPr/>
              <p:nvPr/>
            </p:nvSpPr>
            <p:spPr>
              <a:xfrm>
                <a:off x="7744291" y="3935173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2" name="ZoneTexte 171">
                    <a:extLst>
                      <a:ext uri="{FF2B5EF4-FFF2-40B4-BE49-F238E27FC236}">
                        <a16:creationId xmlns:a16="http://schemas.microsoft.com/office/drawing/2014/main" id="{100077B6-47F6-9AF9-86B3-24C8EF94E1C4}"/>
                      </a:ext>
                    </a:extLst>
                  </p:cNvPr>
                  <p:cNvSpPr txBox="1"/>
                  <p:nvPr/>
                </p:nvSpPr>
                <p:spPr>
                  <a:xfrm>
                    <a:off x="7450636" y="3285602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  <m:r>
                            <a:rPr lang="fr-CA" sz="1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venir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72" name="ZoneTexte 171">
                    <a:extLst>
                      <a:ext uri="{FF2B5EF4-FFF2-40B4-BE49-F238E27FC236}">
                        <a16:creationId xmlns:a16="http://schemas.microsoft.com/office/drawing/2014/main" id="{100077B6-47F6-9AF9-86B3-24C8EF94E1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50636" y="3285602"/>
                    <a:ext cx="1007935" cy="24622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8" name="Groupe 157">
              <a:extLst>
                <a:ext uri="{FF2B5EF4-FFF2-40B4-BE49-F238E27FC236}">
                  <a16:creationId xmlns:a16="http://schemas.microsoft.com/office/drawing/2014/main" id="{38A05054-162A-4883-049A-056E1B68074D}"/>
                </a:ext>
              </a:extLst>
            </p:cNvPr>
            <p:cNvGrpSpPr/>
            <p:nvPr/>
          </p:nvGrpSpPr>
          <p:grpSpPr>
            <a:xfrm>
              <a:off x="3705935" y="2761616"/>
              <a:ext cx="1163691" cy="1271976"/>
              <a:chOff x="2387441" y="3119619"/>
              <a:chExt cx="1163691" cy="1271976"/>
            </a:xfrm>
          </p:grpSpPr>
          <p:sp>
            <p:nvSpPr>
              <p:cNvPr id="167" name="Rectangle : coins arrondis 166">
                <a:extLst>
                  <a:ext uri="{FF2B5EF4-FFF2-40B4-BE49-F238E27FC236}">
                    <a16:creationId xmlns:a16="http://schemas.microsoft.com/office/drawing/2014/main" id="{675C36E5-8431-E4A2-0368-9B75AA24497F}"/>
                  </a:ext>
                </a:extLst>
              </p:cNvPr>
              <p:cNvSpPr/>
              <p:nvPr/>
            </p:nvSpPr>
            <p:spPr>
              <a:xfrm>
                <a:off x="2681096" y="3769190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8" name="Organigramme : Connecteur 167">
                <a:extLst>
                  <a:ext uri="{FF2B5EF4-FFF2-40B4-BE49-F238E27FC236}">
                    <a16:creationId xmlns:a16="http://schemas.microsoft.com/office/drawing/2014/main" id="{08AA57C1-4D33-E643-9780-E13C31A0C326}"/>
                  </a:ext>
                </a:extLst>
              </p:cNvPr>
              <p:cNvSpPr/>
              <p:nvPr/>
            </p:nvSpPr>
            <p:spPr>
              <a:xfrm>
                <a:off x="2793872" y="3465026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9" name="ZoneTexte 168">
                    <a:extLst>
                      <a:ext uri="{FF2B5EF4-FFF2-40B4-BE49-F238E27FC236}">
                        <a16:creationId xmlns:a16="http://schemas.microsoft.com/office/drawing/2014/main" id="{BBA1EF00-A08D-0DBD-07E9-1BB9EC329E4D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4145374"/>
                    <a:ext cx="116369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-</m:t>
                        </m:r>
                        <m:r>
                          <a:rPr lang="fr-CA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  <m:r>
                          <a:rPr lang="fr-CA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</m:oMath>
                    </a14:m>
                    <a:r>
                      <a:rPr lang="fr-CA" sz="1000" dirty="0"/>
                      <a:t>X</a:t>
                    </a:r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oMath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69" name="ZoneTexte 168">
                    <a:extLst>
                      <a:ext uri="{FF2B5EF4-FFF2-40B4-BE49-F238E27FC236}">
                        <a16:creationId xmlns:a16="http://schemas.microsoft.com/office/drawing/2014/main" id="{BBA1EF00-A08D-0DBD-07E9-1BB9EC329E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4145374"/>
                    <a:ext cx="1163691" cy="246221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2195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0" name="ZoneTexte 169">
                    <a:extLst>
                      <a:ext uri="{FF2B5EF4-FFF2-40B4-BE49-F238E27FC236}">
                        <a16:creationId xmlns:a16="http://schemas.microsoft.com/office/drawing/2014/main" id="{335899C3-EE53-53B3-C04C-B079D70CEFE4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CA" sz="1000" b="0" i="1" smtClean="0">
                              <a:latin typeface="Cambria Math" panose="02040503050406030204" pitchFamily="18" charset="0"/>
                            </a:rPr>
                            <m:t>𝑀𝑎𝑟𝑔𝑒</m:t>
                          </m:r>
                          <m:r>
                            <a:rPr lang="fr-CA" sz="1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CA" sz="1000" b="0" i="1" smtClean="0">
                              <a:latin typeface="Cambria Math" panose="02040503050406030204" pitchFamily="18" charset="0"/>
                            </a:rPr>
                            <m:t>𝑝𝑜𝑖𝑑𝑠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70" name="ZoneTexte 169">
                    <a:extLst>
                      <a:ext uri="{FF2B5EF4-FFF2-40B4-BE49-F238E27FC236}">
                        <a16:creationId xmlns:a16="http://schemas.microsoft.com/office/drawing/2014/main" id="{335899C3-EE53-53B3-C04C-B079D70CEFE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9" name="Groupe 158">
              <a:extLst>
                <a:ext uri="{FF2B5EF4-FFF2-40B4-BE49-F238E27FC236}">
                  <a16:creationId xmlns:a16="http://schemas.microsoft.com/office/drawing/2014/main" id="{E99C1B29-5E36-565D-E0F2-9E3C626ECACD}"/>
                </a:ext>
              </a:extLst>
            </p:cNvPr>
            <p:cNvGrpSpPr/>
            <p:nvPr/>
          </p:nvGrpSpPr>
          <p:grpSpPr>
            <a:xfrm>
              <a:off x="4933634" y="2761616"/>
              <a:ext cx="1007935" cy="1271976"/>
              <a:chOff x="2387441" y="3119619"/>
              <a:chExt cx="1007935" cy="1271976"/>
            </a:xfrm>
          </p:grpSpPr>
          <p:sp>
            <p:nvSpPr>
              <p:cNvPr id="163" name="Rectangle : coins arrondis 162">
                <a:extLst>
                  <a:ext uri="{FF2B5EF4-FFF2-40B4-BE49-F238E27FC236}">
                    <a16:creationId xmlns:a16="http://schemas.microsoft.com/office/drawing/2014/main" id="{891428C4-CACF-4F32-9ADB-6AB7A0E80061}"/>
                  </a:ext>
                </a:extLst>
              </p:cNvPr>
              <p:cNvSpPr/>
              <p:nvPr/>
            </p:nvSpPr>
            <p:spPr>
              <a:xfrm>
                <a:off x="2681096" y="3769190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4" name="Organigramme : Connecteur 163">
                <a:extLst>
                  <a:ext uri="{FF2B5EF4-FFF2-40B4-BE49-F238E27FC236}">
                    <a16:creationId xmlns:a16="http://schemas.microsoft.com/office/drawing/2014/main" id="{1D2EF659-860A-56F3-D76A-647DE377A24B}"/>
                  </a:ext>
                </a:extLst>
              </p:cNvPr>
              <p:cNvSpPr/>
              <p:nvPr/>
            </p:nvSpPr>
            <p:spPr>
              <a:xfrm>
                <a:off x="2793872" y="3465026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5" name="ZoneTexte 164">
                    <a:extLst>
                      <a:ext uri="{FF2B5EF4-FFF2-40B4-BE49-F238E27FC236}">
                        <a16:creationId xmlns:a16="http://schemas.microsoft.com/office/drawing/2014/main" id="{F75AC5AE-7023-9574-A163-89B4925EC18A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CA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</m:oMath>
                    </a14:m>
                    <a:r>
                      <a:rPr lang="fr-CA" sz="1000" dirty="0"/>
                      <a:t>X</a:t>
                    </a:r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128</m:t>
                        </m:r>
                      </m:oMath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65" name="ZoneTexte 164">
                    <a:extLst>
                      <a:ext uri="{FF2B5EF4-FFF2-40B4-BE49-F238E27FC236}">
                        <a16:creationId xmlns:a16="http://schemas.microsoft.com/office/drawing/2014/main" id="{F75AC5AE-7023-9574-A163-89B4925EC1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2195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6" name="ZoneTexte 165">
                    <a:extLst>
                      <a:ext uri="{FF2B5EF4-FFF2-40B4-BE49-F238E27FC236}">
                        <a16:creationId xmlns:a16="http://schemas.microsoft.com/office/drawing/2014/main" id="{66B87702-D3CE-94F0-55E6-E77160A07185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venir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66" name="ZoneTexte 165">
                    <a:extLst>
                      <a:ext uri="{FF2B5EF4-FFF2-40B4-BE49-F238E27FC236}">
                        <a16:creationId xmlns:a16="http://schemas.microsoft.com/office/drawing/2014/main" id="{66B87702-D3CE-94F0-55E6-E77160A071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0" name="Groupe 159">
              <a:extLst>
                <a:ext uri="{FF2B5EF4-FFF2-40B4-BE49-F238E27FC236}">
                  <a16:creationId xmlns:a16="http://schemas.microsoft.com/office/drawing/2014/main" id="{09EFFA1B-ADF3-128F-8DE2-1D0BC87A6DCC}"/>
                </a:ext>
              </a:extLst>
            </p:cNvPr>
            <p:cNvGrpSpPr/>
            <p:nvPr/>
          </p:nvGrpSpPr>
          <p:grpSpPr>
            <a:xfrm>
              <a:off x="7856421" y="3330003"/>
              <a:ext cx="219456" cy="457368"/>
              <a:chOff x="8879647" y="3811770"/>
              <a:chExt cx="219456" cy="457368"/>
            </a:xfrm>
          </p:grpSpPr>
          <p:sp>
            <p:nvSpPr>
              <p:cNvPr id="161" name="Triangle isocèle 160">
                <a:extLst>
                  <a:ext uri="{FF2B5EF4-FFF2-40B4-BE49-F238E27FC236}">
                    <a16:creationId xmlns:a16="http://schemas.microsoft.com/office/drawing/2014/main" id="{D0D037BD-63F9-E3A1-4B29-9051C6181430}"/>
                  </a:ext>
                </a:extLst>
              </p:cNvPr>
              <p:cNvSpPr/>
              <p:nvPr/>
            </p:nvSpPr>
            <p:spPr>
              <a:xfrm>
                <a:off x="8879647" y="3811770"/>
                <a:ext cx="219456" cy="184666"/>
              </a:xfrm>
              <a:prstGeom prst="triangl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2" name="Triangle isocèle 161">
                <a:extLst>
                  <a:ext uri="{FF2B5EF4-FFF2-40B4-BE49-F238E27FC236}">
                    <a16:creationId xmlns:a16="http://schemas.microsoft.com/office/drawing/2014/main" id="{1340ED02-1509-A819-198B-9294F3D09149}"/>
                  </a:ext>
                </a:extLst>
              </p:cNvPr>
              <p:cNvSpPr/>
              <p:nvPr/>
            </p:nvSpPr>
            <p:spPr>
              <a:xfrm rot="10800000">
                <a:off x="8879647" y="4084472"/>
                <a:ext cx="219456" cy="184666"/>
              </a:xfrm>
              <a:prstGeom prst="triangl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4512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914EEE02-BBCF-715D-C2F9-9CAF44F186B6}"/>
              </a:ext>
            </a:extLst>
          </p:cNvPr>
          <p:cNvGrpSpPr/>
          <p:nvPr/>
        </p:nvGrpSpPr>
        <p:grpSpPr>
          <a:xfrm>
            <a:off x="1250537" y="4403853"/>
            <a:ext cx="6432148" cy="1271976"/>
            <a:chOff x="1250537" y="2761616"/>
            <a:chExt cx="6432148" cy="1271976"/>
          </a:xfrm>
        </p:grpSpPr>
        <p:grpSp>
          <p:nvGrpSpPr>
            <p:cNvPr id="114" name="Groupe 113">
              <a:extLst>
                <a:ext uri="{FF2B5EF4-FFF2-40B4-BE49-F238E27FC236}">
                  <a16:creationId xmlns:a16="http://schemas.microsoft.com/office/drawing/2014/main" id="{A71B3B8A-F1B0-BA6B-FF00-D19DE74AC18E}"/>
                </a:ext>
              </a:extLst>
            </p:cNvPr>
            <p:cNvGrpSpPr/>
            <p:nvPr/>
          </p:nvGrpSpPr>
          <p:grpSpPr>
            <a:xfrm>
              <a:off x="2478236" y="2761616"/>
              <a:ext cx="1007935" cy="1271976"/>
              <a:chOff x="2387441" y="3119619"/>
              <a:chExt cx="1007935" cy="1271976"/>
            </a:xfrm>
          </p:grpSpPr>
          <p:sp>
            <p:nvSpPr>
              <p:cNvPr id="136" name="Rectangle : coins arrondis 135">
                <a:extLst>
                  <a:ext uri="{FF2B5EF4-FFF2-40B4-BE49-F238E27FC236}">
                    <a16:creationId xmlns:a16="http://schemas.microsoft.com/office/drawing/2014/main" id="{FC5B96FB-30AB-F672-585D-1EDF424AF9D4}"/>
                  </a:ext>
                </a:extLst>
              </p:cNvPr>
              <p:cNvSpPr/>
              <p:nvPr/>
            </p:nvSpPr>
            <p:spPr>
              <a:xfrm>
                <a:off x="2681096" y="3769190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7" name="Organigramme : Connecteur 136">
                <a:extLst>
                  <a:ext uri="{FF2B5EF4-FFF2-40B4-BE49-F238E27FC236}">
                    <a16:creationId xmlns:a16="http://schemas.microsoft.com/office/drawing/2014/main" id="{1369071F-2C10-1B33-47F4-3A7B79978137}"/>
                  </a:ext>
                </a:extLst>
              </p:cNvPr>
              <p:cNvSpPr/>
              <p:nvPr/>
            </p:nvSpPr>
            <p:spPr>
              <a:xfrm>
                <a:off x="2793872" y="3465026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8" name="ZoneTexte 137">
                    <a:extLst>
                      <a:ext uri="{FF2B5EF4-FFF2-40B4-BE49-F238E27FC236}">
                        <a16:creationId xmlns:a16="http://schemas.microsoft.com/office/drawing/2014/main" id="{D1495E53-B583-2341-45BA-43C9F80FB0DA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CA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</m:oMath>
                    </a14:m>
                    <a:r>
                      <a:rPr lang="fr-CA" sz="1000" dirty="0"/>
                      <a:t>X</a:t>
                    </a:r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128</m:t>
                        </m:r>
                      </m:oMath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38" name="ZoneTexte 137">
                    <a:extLst>
                      <a:ext uri="{FF2B5EF4-FFF2-40B4-BE49-F238E27FC236}">
                        <a16:creationId xmlns:a16="http://schemas.microsoft.com/office/drawing/2014/main" id="{D1495E53-B583-2341-45BA-43C9F80FB0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12500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9" name="ZoneTexte 138">
                    <a:extLst>
                      <a:ext uri="{FF2B5EF4-FFF2-40B4-BE49-F238E27FC236}">
                        <a16:creationId xmlns:a16="http://schemas.microsoft.com/office/drawing/2014/main" id="{50F1103F-F832-F89A-5DD7-F8055BF36DE6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ous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couche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1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39" name="ZoneTexte 138">
                    <a:extLst>
                      <a:ext uri="{FF2B5EF4-FFF2-40B4-BE49-F238E27FC236}">
                        <a16:creationId xmlns:a16="http://schemas.microsoft.com/office/drawing/2014/main" id="{50F1103F-F832-F89A-5DD7-F8055BF36D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5" name="Groupe 114">
              <a:extLst>
                <a:ext uri="{FF2B5EF4-FFF2-40B4-BE49-F238E27FC236}">
                  <a16:creationId xmlns:a16="http://schemas.microsoft.com/office/drawing/2014/main" id="{28308089-550B-C3F5-BAD5-931C9E2ACF8B}"/>
                </a:ext>
              </a:extLst>
            </p:cNvPr>
            <p:cNvGrpSpPr/>
            <p:nvPr/>
          </p:nvGrpSpPr>
          <p:grpSpPr>
            <a:xfrm>
              <a:off x="1250537" y="2761616"/>
              <a:ext cx="1007935" cy="1271976"/>
              <a:chOff x="2387441" y="3119619"/>
              <a:chExt cx="1007935" cy="1271976"/>
            </a:xfrm>
          </p:grpSpPr>
          <p:sp>
            <p:nvSpPr>
              <p:cNvPr id="132" name="Rectangle : coins arrondis 131">
                <a:extLst>
                  <a:ext uri="{FF2B5EF4-FFF2-40B4-BE49-F238E27FC236}">
                    <a16:creationId xmlns:a16="http://schemas.microsoft.com/office/drawing/2014/main" id="{BDF25E7D-A9AF-967E-38F6-236BA0D75DFD}"/>
                  </a:ext>
                </a:extLst>
              </p:cNvPr>
              <p:cNvSpPr/>
              <p:nvPr/>
            </p:nvSpPr>
            <p:spPr>
              <a:xfrm>
                <a:off x="2681096" y="3769190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3" name="Organigramme : Connecteur 132">
                <a:extLst>
                  <a:ext uri="{FF2B5EF4-FFF2-40B4-BE49-F238E27FC236}">
                    <a16:creationId xmlns:a16="http://schemas.microsoft.com/office/drawing/2014/main" id="{38E06517-5BD7-D50E-9F21-17DC84B4546D}"/>
                  </a:ext>
                </a:extLst>
              </p:cNvPr>
              <p:cNvSpPr/>
              <p:nvPr/>
            </p:nvSpPr>
            <p:spPr>
              <a:xfrm>
                <a:off x="2793872" y="3465026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4" name="ZoneTexte 133">
                    <a:extLst>
                      <a:ext uri="{FF2B5EF4-FFF2-40B4-BE49-F238E27FC236}">
                        <a16:creationId xmlns:a16="http://schemas.microsoft.com/office/drawing/2014/main" id="{222461B9-A6E4-24EC-7037-6776A39A4240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CA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</m:oMath>
                    </a14:m>
                    <a:r>
                      <a:rPr lang="fr-CA" sz="1000" dirty="0"/>
                      <a:t>X</a:t>
                    </a:r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128</m:t>
                        </m:r>
                      </m:oMath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34" name="ZoneTexte 133">
                    <a:extLst>
                      <a:ext uri="{FF2B5EF4-FFF2-40B4-BE49-F238E27FC236}">
                        <a16:creationId xmlns:a16="http://schemas.microsoft.com/office/drawing/2014/main" id="{222461B9-A6E4-24EC-7037-6776A39A424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12500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5" name="ZoneTexte 134">
                    <a:extLst>
                      <a:ext uri="{FF2B5EF4-FFF2-40B4-BE49-F238E27FC236}">
                        <a16:creationId xmlns:a16="http://schemas.microsoft.com/office/drawing/2014/main" id="{FC81B655-4DBA-F5F9-6079-06718EB69459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CA" sz="1000" b="0" i="1" smtClean="0">
                              <a:latin typeface="Cambria Math" panose="02040503050406030204" pitchFamily="18" charset="0"/>
                            </a:rPr>
                            <m:t>𝐹𝑜𝑛𝑐𝑡𝑖𝑜𝑛𝑠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35" name="ZoneTexte 134">
                    <a:extLst>
                      <a:ext uri="{FF2B5EF4-FFF2-40B4-BE49-F238E27FC236}">
                        <a16:creationId xmlns:a16="http://schemas.microsoft.com/office/drawing/2014/main" id="{FC81B655-4DBA-F5F9-6079-06718EB694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6" name="Groupe 115">
              <a:extLst>
                <a:ext uri="{FF2B5EF4-FFF2-40B4-BE49-F238E27FC236}">
                  <a16:creationId xmlns:a16="http://schemas.microsoft.com/office/drawing/2014/main" id="{0ACA4C32-CD7F-7C0E-E79C-BE926B97F623}"/>
                </a:ext>
              </a:extLst>
            </p:cNvPr>
            <p:cNvGrpSpPr/>
            <p:nvPr/>
          </p:nvGrpSpPr>
          <p:grpSpPr>
            <a:xfrm>
              <a:off x="6161332" y="2761616"/>
              <a:ext cx="1007935" cy="926570"/>
              <a:chOff x="7450636" y="3285602"/>
              <a:chExt cx="1007935" cy="926570"/>
            </a:xfrm>
          </p:grpSpPr>
          <p:sp>
            <p:nvSpPr>
              <p:cNvPr id="130" name="Rectangle : coins arrondis 129">
                <a:extLst>
                  <a:ext uri="{FF2B5EF4-FFF2-40B4-BE49-F238E27FC236}">
                    <a16:creationId xmlns:a16="http://schemas.microsoft.com/office/drawing/2014/main" id="{E35DB6CD-4EAA-F8FB-1E02-E7C0C4C72A4A}"/>
                  </a:ext>
                </a:extLst>
              </p:cNvPr>
              <p:cNvSpPr/>
              <p:nvPr/>
            </p:nvSpPr>
            <p:spPr>
              <a:xfrm>
                <a:off x="7744291" y="3935173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1" name="ZoneTexte 130">
                    <a:extLst>
                      <a:ext uri="{FF2B5EF4-FFF2-40B4-BE49-F238E27FC236}">
                        <a16:creationId xmlns:a16="http://schemas.microsoft.com/office/drawing/2014/main" id="{686DDDC9-274A-2210-7350-64DBCBAD3096}"/>
                      </a:ext>
                    </a:extLst>
                  </p:cNvPr>
                  <p:cNvSpPr txBox="1"/>
                  <p:nvPr/>
                </p:nvSpPr>
                <p:spPr>
                  <a:xfrm>
                    <a:off x="7450636" y="3285602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utres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couches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31" name="ZoneTexte 130">
                    <a:extLst>
                      <a:ext uri="{FF2B5EF4-FFF2-40B4-BE49-F238E27FC236}">
                        <a16:creationId xmlns:a16="http://schemas.microsoft.com/office/drawing/2014/main" id="{686DDDC9-274A-2210-7350-64DBCBAD30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50636" y="3285602"/>
                    <a:ext cx="1007935" cy="24622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7" name="Groupe 116">
              <a:extLst>
                <a:ext uri="{FF2B5EF4-FFF2-40B4-BE49-F238E27FC236}">
                  <a16:creationId xmlns:a16="http://schemas.microsoft.com/office/drawing/2014/main" id="{3328DEF1-3DBB-DCE7-D829-1708CA56FF03}"/>
                </a:ext>
              </a:extLst>
            </p:cNvPr>
            <p:cNvGrpSpPr/>
            <p:nvPr/>
          </p:nvGrpSpPr>
          <p:grpSpPr>
            <a:xfrm>
              <a:off x="3705935" y="2761616"/>
              <a:ext cx="1007935" cy="1271976"/>
              <a:chOff x="2387441" y="3119619"/>
              <a:chExt cx="1007935" cy="1271976"/>
            </a:xfrm>
          </p:grpSpPr>
          <p:sp>
            <p:nvSpPr>
              <p:cNvPr id="126" name="Rectangle : coins arrondis 125">
                <a:extLst>
                  <a:ext uri="{FF2B5EF4-FFF2-40B4-BE49-F238E27FC236}">
                    <a16:creationId xmlns:a16="http://schemas.microsoft.com/office/drawing/2014/main" id="{C7887226-3A12-8693-5BF1-4F629CE1C0AA}"/>
                  </a:ext>
                </a:extLst>
              </p:cNvPr>
              <p:cNvSpPr/>
              <p:nvPr/>
            </p:nvSpPr>
            <p:spPr>
              <a:xfrm>
                <a:off x="2681096" y="3769190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7" name="Organigramme : Connecteur 126">
                <a:extLst>
                  <a:ext uri="{FF2B5EF4-FFF2-40B4-BE49-F238E27FC236}">
                    <a16:creationId xmlns:a16="http://schemas.microsoft.com/office/drawing/2014/main" id="{C9E17077-F38B-1397-7BE0-3ACF7B30AF2A}"/>
                  </a:ext>
                </a:extLst>
              </p:cNvPr>
              <p:cNvSpPr/>
              <p:nvPr/>
            </p:nvSpPr>
            <p:spPr>
              <a:xfrm>
                <a:off x="2793872" y="3465026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8" name="ZoneTexte 127">
                    <a:extLst>
                      <a:ext uri="{FF2B5EF4-FFF2-40B4-BE49-F238E27FC236}">
                        <a16:creationId xmlns:a16="http://schemas.microsoft.com/office/drawing/2014/main" id="{F9F46213-5D39-07BC-A472-0AE2A680B21D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CA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</m:oMath>
                    </a14:m>
                    <a:r>
                      <a:rPr lang="fr-CA" sz="1000" dirty="0"/>
                      <a:t>X</a:t>
                    </a:r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128</m:t>
                        </m:r>
                      </m:oMath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28" name="ZoneTexte 127">
                    <a:extLst>
                      <a:ext uri="{FF2B5EF4-FFF2-40B4-BE49-F238E27FC236}">
                        <a16:creationId xmlns:a16="http://schemas.microsoft.com/office/drawing/2014/main" id="{F9F46213-5D39-07BC-A472-0AE2A680B2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12500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9" name="ZoneTexte 128">
                    <a:extLst>
                      <a:ext uri="{FF2B5EF4-FFF2-40B4-BE49-F238E27FC236}">
                        <a16:creationId xmlns:a16="http://schemas.microsoft.com/office/drawing/2014/main" id="{C1117ED1-FDFF-68C6-6AD9-CEC1AE3DBB19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Sous</m:t>
                          </m:r>
                          <m:r>
                            <a:rPr lang="fr-CA" sz="1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couche</m:t>
                          </m:r>
                          <m:r>
                            <a:rPr lang="fr-CA" sz="1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2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29" name="ZoneTexte 128">
                    <a:extLst>
                      <a:ext uri="{FF2B5EF4-FFF2-40B4-BE49-F238E27FC236}">
                        <a16:creationId xmlns:a16="http://schemas.microsoft.com/office/drawing/2014/main" id="{C1117ED1-FDFF-68C6-6AD9-CEC1AE3DBB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8" name="Groupe 117">
              <a:extLst>
                <a:ext uri="{FF2B5EF4-FFF2-40B4-BE49-F238E27FC236}">
                  <a16:creationId xmlns:a16="http://schemas.microsoft.com/office/drawing/2014/main" id="{128B0AEB-AA76-242B-6E7E-C8050EE7864D}"/>
                </a:ext>
              </a:extLst>
            </p:cNvPr>
            <p:cNvGrpSpPr/>
            <p:nvPr/>
          </p:nvGrpSpPr>
          <p:grpSpPr>
            <a:xfrm>
              <a:off x="4933634" y="2761616"/>
              <a:ext cx="1007935" cy="1271976"/>
              <a:chOff x="2387441" y="3119619"/>
              <a:chExt cx="1007935" cy="1271976"/>
            </a:xfrm>
          </p:grpSpPr>
          <p:sp>
            <p:nvSpPr>
              <p:cNvPr id="122" name="Rectangle : coins arrondis 121">
                <a:extLst>
                  <a:ext uri="{FF2B5EF4-FFF2-40B4-BE49-F238E27FC236}">
                    <a16:creationId xmlns:a16="http://schemas.microsoft.com/office/drawing/2014/main" id="{E67F29FA-0D94-1FA7-6A48-4E6AB99A64AE}"/>
                  </a:ext>
                </a:extLst>
              </p:cNvPr>
              <p:cNvSpPr/>
              <p:nvPr/>
            </p:nvSpPr>
            <p:spPr>
              <a:xfrm>
                <a:off x="2681096" y="3769190"/>
                <a:ext cx="420624" cy="2769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3" name="Organigramme : Connecteur 122">
                <a:extLst>
                  <a:ext uri="{FF2B5EF4-FFF2-40B4-BE49-F238E27FC236}">
                    <a16:creationId xmlns:a16="http://schemas.microsoft.com/office/drawing/2014/main" id="{38B38B1A-35DD-5A7F-EAAE-ADB7712DD968}"/>
                  </a:ext>
                </a:extLst>
              </p:cNvPr>
              <p:cNvSpPr/>
              <p:nvPr/>
            </p:nvSpPr>
            <p:spPr>
              <a:xfrm>
                <a:off x="2793872" y="3465026"/>
                <a:ext cx="195072" cy="204978"/>
              </a:xfrm>
              <a:prstGeom prst="flowChartConnector">
                <a:avLst/>
              </a:prstGeom>
              <a:noFill/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4" name="ZoneTexte 123">
                    <a:extLst>
                      <a:ext uri="{FF2B5EF4-FFF2-40B4-BE49-F238E27FC236}">
                        <a16:creationId xmlns:a16="http://schemas.microsoft.com/office/drawing/2014/main" id="{F8DBABE9-51DA-632E-5F67-B2014F158CB8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fr-CA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 </m:t>
                        </m:r>
                      </m:oMath>
                    </a14:m>
                    <a:r>
                      <a:rPr lang="fr-CA" sz="1000" dirty="0"/>
                      <a:t>X</a:t>
                    </a:r>
                    <a14:m>
                      <m:oMath xmlns:m="http://schemas.openxmlformats.org/officeDocument/2006/math">
                        <m:r>
                          <a:rPr lang="fr-CA" sz="1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fr-CA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128</m:t>
                        </m:r>
                      </m:oMath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24" name="ZoneTexte 123">
                    <a:extLst>
                      <a:ext uri="{FF2B5EF4-FFF2-40B4-BE49-F238E27FC236}">
                        <a16:creationId xmlns:a16="http://schemas.microsoft.com/office/drawing/2014/main" id="{F8DBABE9-51DA-632E-5F67-B2014F158C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4145374"/>
                    <a:ext cx="1007935" cy="24622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2500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5" name="ZoneTexte 124">
                    <a:extLst>
                      <a:ext uri="{FF2B5EF4-FFF2-40B4-BE49-F238E27FC236}">
                        <a16:creationId xmlns:a16="http://schemas.microsoft.com/office/drawing/2014/main" id="{61756DA0-85CD-B571-3358-C692A855E06B}"/>
                      </a:ext>
                    </a:extLst>
                  </p:cNvPr>
                  <p:cNvSpPr txBox="1"/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fr-CA" sz="100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ouche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de</m:t>
                          </m:r>
                          <m: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CA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sortie</m:t>
                          </m:r>
                        </m:oMath>
                      </m:oMathPara>
                    </a14:m>
                    <a:endParaRPr lang="fr-FR" sz="1000" dirty="0"/>
                  </a:p>
                </p:txBody>
              </p:sp>
            </mc:Choice>
            <mc:Fallback>
              <p:sp>
                <p:nvSpPr>
                  <p:cNvPr id="125" name="ZoneTexte 124">
                    <a:extLst>
                      <a:ext uri="{FF2B5EF4-FFF2-40B4-BE49-F238E27FC236}">
                        <a16:creationId xmlns:a16="http://schemas.microsoft.com/office/drawing/2014/main" id="{61756DA0-85CD-B571-3358-C692A855E0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7441" y="3119619"/>
                    <a:ext cx="1007935" cy="246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9" name="Groupe 118">
              <a:extLst>
                <a:ext uri="{FF2B5EF4-FFF2-40B4-BE49-F238E27FC236}">
                  <a16:creationId xmlns:a16="http://schemas.microsoft.com/office/drawing/2014/main" id="{EEAE6652-DEA9-5200-0DDA-412704AC2AE5}"/>
                </a:ext>
              </a:extLst>
            </p:cNvPr>
            <p:cNvGrpSpPr/>
            <p:nvPr/>
          </p:nvGrpSpPr>
          <p:grpSpPr>
            <a:xfrm>
              <a:off x="7463229" y="3330003"/>
              <a:ext cx="219456" cy="457368"/>
              <a:chOff x="8486455" y="3811770"/>
              <a:chExt cx="219456" cy="457368"/>
            </a:xfrm>
          </p:grpSpPr>
          <p:sp>
            <p:nvSpPr>
              <p:cNvPr id="120" name="Triangle isocèle 119">
                <a:extLst>
                  <a:ext uri="{FF2B5EF4-FFF2-40B4-BE49-F238E27FC236}">
                    <a16:creationId xmlns:a16="http://schemas.microsoft.com/office/drawing/2014/main" id="{ED50CD07-9E99-6FB1-9962-6BB4280424BC}"/>
                  </a:ext>
                </a:extLst>
              </p:cNvPr>
              <p:cNvSpPr/>
              <p:nvPr/>
            </p:nvSpPr>
            <p:spPr>
              <a:xfrm>
                <a:off x="8486455" y="3811770"/>
                <a:ext cx="219456" cy="184666"/>
              </a:xfrm>
              <a:prstGeom prst="triangl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1" name="Triangle isocèle 120">
                <a:extLst>
                  <a:ext uri="{FF2B5EF4-FFF2-40B4-BE49-F238E27FC236}">
                    <a16:creationId xmlns:a16="http://schemas.microsoft.com/office/drawing/2014/main" id="{FA9FE52A-F8B1-C72B-74E5-A18A5CA203D6}"/>
                  </a:ext>
                </a:extLst>
              </p:cNvPr>
              <p:cNvSpPr/>
              <p:nvPr/>
            </p:nvSpPr>
            <p:spPr>
              <a:xfrm rot="10800000">
                <a:off x="8486455" y="4084472"/>
                <a:ext cx="219456" cy="184666"/>
              </a:xfrm>
              <a:prstGeom prst="triangl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3364215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136</Words>
  <Application>Microsoft Office PowerPoint</Application>
  <PresentationFormat>Grand écran</PresentationFormat>
  <Paragraphs>43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Amouzou, Komi Mekaeli</dc:creator>
  <cp:lastModifiedBy>Amouzou, Komi Mekaeli</cp:lastModifiedBy>
  <cp:revision>1</cp:revision>
  <dcterms:created xsi:type="dcterms:W3CDTF">2026-01-25T18:04:50Z</dcterms:created>
  <dcterms:modified xsi:type="dcterms:W3CDTF">2026-01-25T19:22:58Z</dcterms:modified>
</cp:coreProperties>
</file>